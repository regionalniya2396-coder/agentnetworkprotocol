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7"/>
  </p:notesMasterIdLst>
  <p:handoutMasterIdLst>
    <p:handoutMasterId r:id="rId14"/>
  </p:handoutMasterIdLst>
  <p:sldIdLst>
    <p:sldId id="256" r:id="rId4"/>
    <p:sldId id="272" r:id="rId5"/>
    <p:sldId id="266" r:id="rId6"/>
    <p:sldId id="267" r:id="rId8"/>
    <p:sldId id="268" r:id="rId9"/>
    <p:sldId id="270" r:id="rId10"/>
    <p:sldId id="276" r:id="rId11"/>
    <p:sldId id="271" r:id="rId12"/>
    <p:sldId id="265" r:id="rId1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5" userDrawn="1">
          <p15:clr>
            <a:srgbClr val="A4A3A4"/>
          </p15:clr>
        </p15:guide>
        <p15:guide id="2" pos="38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左敏" initials="ZM" lastIdx="2" clrIdx="0"/>
  <p:cmAuthor id="1" name="Shi yin Xian" initials="SyX" lastIdx="2" clrIdx="0"/>
  <p:cmAuthor id="2" name="dengwanting" initials="d" lastIdx="1" clrIdx="1"/>
  <p:cmAuthor id="3" name="刘 杰" initials="刘" lastIdx="3" clrIdx="2"/>
  <p:cmAuthor id="4" name="chenlongjun" initials="clj" lastIdx="2" clrIdx="3"/>
  <p:cmAuthor id="12" name="作者" initials="A" lastIdx="0" clrIdx="12"/>
  <p:cmAuthor id="6" name="cmcc" initials="c" lastIdx="6" clrIdx="5"/>
  <p:cmAuthor id="13" name="刘 续普" initials="刘" lastIdx="1" clrIdx="13"/>
  <p:cmAuthor id="353158055" name="韩雨" initials="韩" lastIdx="0" clrIdx="0"/>
  <p:cmAuthor id="44" name="IrisH" initials="I" lastIdx="1" clrIdx="43"/>
  <p:cmAuthor id="46" name="yuange" initials="y" lastIdx="1" clrIdx="45"/>
  <p:cmAuthor id="47" name="luoli" initials="L" lastIdx="1" clrIdx="46"/>
  <p:cmAuthor id="5" name="guoqiang" initials="g" lastIdx="1" clrIdx="4"/>
  <p:cmAuthor id="191251535" name="沈霄雷" initials="沈" lastIdx="833089" clrIdx="0"/>
  <p:cmAuthor id="394525608" name="仇怿俊" initials="仇" lastIdx="0" clrIdx="0"/>
  <p:cmAuthor id="7" name="T480" initials="T" lastIdx="1" clrIdx="6"/>
  <p:cmAuthor id="50" name="sizhao@cmsr.cmcc" initials="S" lastIdx="1" clrIdx="49"/>
  <p:cmAuthor id="394525609" name="mei shuo" initials="mei shuo" lastIdx="1" clrIdx="24"/>
  <p:cmAuthor id="8" name="yuanyuan " initials="7" lastIdx="1" clrIdx="7"/>
  <p:cmAuthor id="9" name="香水猪" initials="香" lastIdx="1" clrIdx="8"/>
  <p:cmAuthor id="10" name="诗琦的home" initials="诗" lastIdx="8" clrIdx="9"/>
  <p:cmAuthor id="11" name="刘昭" initials="x" lastIdx="1" clrIdx="10"/>
  <p:cmAuthor id="14" name="CMCC" initials="C" lastIdx="2" clrIdx="13"/>
  <p:cmAuthor id="15" name="10025093" initials="1" lastIdx="51" clrIdx="14"/>
  <p:cmAuthor id="16" name="10078380" initials="1" lastIdx="1" clrIdx="15"/>
  <p:cmAuthor id="17" name="李 里" initials="李" lastIdx="1" clrIdx="17"/>
  <p:cmAuthor id="18" name="小 红马" initials="小" lastIdx="1" clrIdx="18"/>
  <p:cmAuthor id="19" name="张 秋星" initials="张" lastIdx="13" clrIdx="19"/>
  <p:cmAuthor id="20" name="baishansy@cmsr.cmcc" initials="a" lastIdx="34" clrIdx="20"/>
  <p:cmAuthor id="21" name="10066351" initials="1" lastIdx="2" clrIdx="0"/>
  <p:cmAuthor id="22" name="蔡建楠" initials="caijianna" lastIdx="15" clrIdx="17"/>
  <p:cmAuthor id="23" name="赵诚荣10027092" initials="赵" lastIdx="2" clrIdx="25"/>
  <p:cmAuthor id="24" name="李蕾00009994" initials="李" lastIdx="6" clrIdx="17"/>
  <p:cmAuthor id="25" name="wyz" initials="w" lastIdx="1" clrIdx="24"/>
  <p:cmAuthor id="26" name="10270945" initials="1" lastIdx="2" clrIdx="25"/>
  <p:cmAuthor id="27" name="10295142" initials="1" lastIdx="1" clrIdx="26"/>
  <p:cmAuthor id="28" name="Hou Yingfeng" initials="H" lastIdx="10" clrIdx="23"/>
  <p:cmAuthor id="29" name="张馨玲" initials="张" lastIdx="1" clrIdx="28"/>
  <p:cmAuthor id="30" name="10056791" initials="ZTE" lastIdx="1" clrIdx="29"/>
  <p:cmAuthor id="31" name="Author" initials="A" lastIdx="0" clrIdx="30"/>
  <p:cmAuthor id="32" name="李楠10047711" initials="李楠10047711" lastIdx="2" clrIdx="31"/>
  <p:cmAuthor id="33" name="610007" initials="6" lastIdx="0" clrIdx="32"/>
  <p:cmAuthor id="34" name="86188" initials="8" lastIdx="1" clrIdx="33"/>
  <p:cmAuthor id="35" name="Administrator" initials="A" lastIdx="1" clrIdx="35"/>
  <p:cmAuthor id="36" name="祝 晓旦" initials="祝" lastIdx="1" clrIdx="36"/>
  <p:cmAuthor id="37" name="陈召国" initials="c" lastIdx="1" clrIdx="36"/>
  <p:cmAuthor id="38" name="huwenxiao" initials="h" lastIdx="1" clrIdx="37"/>
  <p:cmAuthor id="39" name="86136" initials="8" lastIdx="1" clrIdx="38"/>
  <p:cmAuthor id="287643681" name="殷格非" initials="殷" lastIdx="2" clrIdx="0"/>
  <p:cmAuthor id="287643682" name="z r" initials="zr" lastIdx="5" clrIdx="12"/>
  <p:cmAuthor id="287643683" name="lc xue" initials="lx" lastIdx="1" clrIdx="22"/>
  <p:cmAuthor id="52" name="xueyun" initials="x" lastIdx="1" clrIdx="51"/>
  <p:cmAuthor id="43" name="ZJK" initials="Z" lastIdx="5" clrIdx="42"/>
  <p:cmAuthor id="1411827" name="黄晓平" initials="黄" lastIdx="0" clrIdx="0"/>
  <p:cmAuthor id="40" name="未知用户34" initials="未" lastIdx="1" clrIdx="37"/>
  <p:cmAuthor id="41" name="未知用户35" initials="未" lastIdx="1" clrIdx="38"/>
  <p:cmAuthor id="42" name="hm" initials="h" lastIdx="10" clrIdx="41"/>
  <p:cmAuthor id="691587970" name="小延魔法师" initials="小" lastIdx="1126286" clrIdx="0"/>
  <p:cmAuthor id="48" name="尹瑶瑶" initials="YYY" lastIdx="1" clrIdx="47"/>
  <p:cmAuthor id="45" name="yuxin" initials="y" lastIdx="1" clrIdx="44"/>
  <p:cmAuthor id="61" name="liuxupu" initials="l" lastIdx="1" clrIdx="60"/>
  <p:cmAuthor id="76" name="xinping liu" initials="xl" lastIdx="5" clrIdx="25"/>
  <p:cmAuthor id="2000" name="李婧宜_YBferYVR" initials="authorId_1217247658" lastIdx="0" clrIdx="0"/>
  <p:cmAuthor id="53" name="郑添元" initials="郑" lastIdx="1" clrIdx="52"/>
  <p:cmAuthor id="54" name="lan_l" initials="l" lastIdx="11" clrIdx="53"/>
  <p:cmAuthor id="55" name="Admin" initials="A" lastIdx="1" clrIdx="54"/>
  <p:cmAuthor id="49" name="icarus" initials="i" lastIdx="1" clrIdx="48"/>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319" name="未知用户27" initials="未" lastIdx="1" clrIdx="0"/>
  <p:cmAuthor id="321" name="未知用户111" initials="未" lastIdx="1" clrIdx="1"/>
  <p:cmAuthor id="330" name="user" initials="u" lastIdx="2" clrIdx="329"/>
  <p:cmAuthor id="331" name="24450" initials="2" lastIdx="1" clrIdx="330"/>
  <p:cmAuthor id="332" name="liangqun" initials="l" lastIdx="1" clrIdx="331"/>
  <p:cmAuthor id="287643684" name="郑杨燚|zhengyangyi" initials="郑杨燚" lastIdx="1" clrIdx="25"/>
  <p:cmAuthor id="51" name="admin7" initials="l" lastIdx="1" clrIdx="50"/>
  <p:cmAuthor id="47245819" name="群智集" initials="群" lastIdx="0" clrIdx="0"/>
  <p:cmAuthor id="47245820" name="郏 鹏" initials="郏" lastIdx="1" clrIdx="16"/>
  <p:cmAuthor id="56" name="未知的使用者85" initials="" lastIdx="1" clrIdx="0"/>
  <p:cmAuthor id="47245821" name="郏鹏" initials="M" lastIdx="1" clrIdx="17"/>
  <p:cmAuthor id="57" name="肖绍迪" initials="肖" lastIdx="1" clrIdx="56"/>
  <p:cmAuthor id="58" name="未知的使用者87" initials="" lastIdx="1" clrIdx="0"/>
  <p:cmAuthor id="59" name="李宁" initials="李" lastIdx="1" clrIdx="58"/>
  <p:cmAuthor id="60" name="wjin9" initials="w" lastIdx="1" clrIdx="59"/>
  <p:cmAuthor id="62" name="未知的使用者91" initials="" lastIdx="1" clrIdx="0"/>
  <p:cmAuthor id="63" name="未知的使用者98" initials="" lastIdx="1" clrIdx="0"/>
  <p:cmAuthor id="64" name="CHRISYU" initials="" lastIdx="1" clrIdx="0"/>
  <p:cmAuthor id="65" name="未知的使用者113" initials="" lastIdx="1" clrIdx="2"/>
  <p:cmAuthor id="66" name="liucunri" initials="" lastIdx="1" clrIdx="0"/>
  <p:cmAuthor id="67" name="未知用户9" initials="" lastIdx="1" clrIdx="0"/>
  <p:cmAuthor id="68" name="Unknown User48" initials="" lastIdx="8" clrIdx="0"/>
  <p:cmAuthor id="69" name="huawei" initials="h" lastIdx="3" clrIdx="68"/>
  <p:cmAuthor id="70" name="Unknown User52" initials="" lastIdx="1" clrIdx="0"/>
  <p:cmAuthor id="71" name="未知的使用者42" initials="" lastIdx="1" clrIdx="0"/>
  <p:cmAuthor id="72" name="Unknown User50" initials="" lastIdx="1" clrIdx="0"/>
  <p:cmAuthor id="73" name="未知的使用者120" initials="" lastIdx="1" clrIdx="0"/>
  <p:cmAuthor id="74" name="px" initials="" lastIdx="3" clrIdx="1"/>
  <p:cmAuthor id="75" name="Sky123.Org" initials="" lastIdx="1" clrIdx="0"/>
  <p:cmAuthor id="77" name="elfinhsu" initials="" lastIdx="1" clrIdx="0"/>
  <p:cmAuthor id="78" name="未知用户51" initials="未" lastIdx="1" clrIdx="1"/>
  <p:cmAuthor id="79" name="微软用户" initials="" lastIdx="1" clrIdx="0"/>
  <p:cmAuthor id="80" name="未知的使用者73" initials="" lastIdx="1" clrIdx="0"/>
  <p:cmAuthor id="81" name="未知的使用者24" initials="" lastIdx="8" clrIdx="0"/>
  <p:cmAuthor id="82" name="未知用户16" initials="" lastIdx="1" clrIdx="0"/>
  <p:cmAuthor id="83" name="Mary Feil-Jacobs" initials="" lastIdx="43" clrIdx="1"/>
  <p:cmAuthor id="84" name="LiuHui" initials="" lastIdx="1" clrIdx="0"/>
  <p:cmAuthor id="85" name="未知的使用者45" initials="" lastIdx="1" clrIdx="0"/>
  <p:cmAuthor id="86" name="王鹏凯" initials="" lastIdx="1" clrIdx="0"/>
  <p:cmAuthor id="87" name="未知用户104" initials="" lastIdx="1" clrIdx="0"/>
  <p:cmAuthor id="88" name="未知用户5" initials="" lastIdx="1" clrIdx="0"/>
  <p:cmAuthor id="89" name="未知的使用者10" initials="" lastIdx="3" clrIdx="1"/>
  <p:cmAuthor id="90" name="未知的使用者93" initials="" lastIdx="1" clrIdx="1"/>
  <p:cmAuthor id="92" name="LeeElva" initials="" lastIdx="1" clrIdx="0"/>
  <p:cmAuthor id="93" name="未知用户99" initials="" lastIdx="1" clrIdx="2"/>
  <p:cmAuthor id="94" name="未知的使用者34" initials="" lastIdx="1" clrIdx="0"/>
  <p:cmAuthor id="95" name="未知的使用者115" initials="" lastIdx="1" clrIdx="1"/>
  <p:cmAuthor id="96" name="未知用户57" initials="" lastIdx="1" clrIdx="0"/>
  <p:cmAuthor id="97" name="lianghb" initials="" lastIdx="19" clrIdx="0"/>
  <p:cmAuthor id="98" name="未知用户17" initials="" lastIdx="0" clrIdx="1"/>
  <p:cmAuthor id="99" name="Deanna Schuler (Bookey Consulting)" initials="" lastIdx="2" clrIdx="0"/>
  <p:cmAuthor id="100" name="未知的使用者57" initials="" lastIdx="1" clrIdx="0"/>
  <p:cmAuthor id="101" name="未知的使用者16" initials="" lastIdx="6" clrIdx="0"/>
  <p:cmAuthor id="102" name="未知的使用者35" initials="" lastIdx="1" clrIdx="0"/>
  <p:cmAuthor id="103" name="未知用户102" initials="" lastIdx="1" clrIdx="1"/>
  <p:cmAuthor id="104" name="maxine" initials="" lastIdx="0" clrIdx="0"/>
  <p:cmAuthor id="105" name="未知的使用者121" initials="" lastIdx="1" clrIdx="1"/>
  <p:cmAuthor id="106" name="未知的使用者12" initials="" lastIdx="1" clrIdx="0"/>
  <p:cmAuthor id="107" name="周元元" initials="" lastIdx="5" clrIdx="0"/>
  <p:cmAuthor id="108" name="未知的使用者27" initials="" lastIdx="8" clrIdx="0"/>
  <p:cmAuthor id="110" name="未知的使用者30" initials="" lastIdx="8" clrIdx="0"/>
  <p:cmAuthor id="111" name="未知的使用者53" initials="" lastIdx="1" clrIdx="0"/>
  <p:cmAuthor id="112" name="未知用户58" initials="" lastIdx="5" clrIdx="1"/>
  <p:cmAuthor id="113" name="未知的使用者25" initials="" lastIdx="1" clrIdx="0"/>
  <p:cmAuthor id="114" name="liupeng" initials="" lastIdx="1" clrIdx="1"/>
  <p:cmAuthor id="115" name="未知用户24" initials="" lastIdx="1" clrIdx="0"/>
  <p:cmAuthor id="116" name="AbuSina" initials="" lastIdx="2" clrIdx="0"/>
  <p:cmAuthor id="117" name="hl sun" initials="" lastIdx="1" clrIdx="0"/>
  <p:cmAuthor id="118" name="未知的使用者94" initials="" lastIdx="1" clrIdx="2"/>
  <p:cmAuthor id="119" name="未知用户66" initials="" lastIdx="1" clrIdx="0"/>
  <p:cmAuthor id="121" name="未知用户19" initials="" lastIdx="1" clrIdx="0"/>
  <p:cmAuthor id="122" name="周宏達JerryChou" initials="" lastIdx="6" clrIdx="2"/>
  <p:cmAuthor id="124" name="未知用户7" initials="" lastIdx="1" clrIdx="0"/>
  <p:cmAuthor id="125" name="未知的使用者56" initials="" lastIdx="1" clrIdx="0"/>
  <p:cmAuthor id="127" name="未知的使用者119" initials="" lastIdx="1" clrIdx="2"/>
  <p:cmAuthor id="128" name="未知用户59" initials="" lastIdx="0" clrIdx="1"/>
  <p:cmAuthor id="129" name="未知的使用者22" initials="" lastIdx="8" clrIdx="0"/>
  <p:cmAuthor id="130" name="未知的使用者103" initials="" lastIdx="8" clrIdx="0"/>
  <p:cmAuthor id="131" name="Wenwen" initials="" lastIdx="1" clrIdx="1"/>
  <p:cmAuthor id="132" name="未知的使用者117" initials="" lastIdx="1" clrIdx="0"/>
  <p:cmAuthor id="133" name="未知的使用者33" initials="" lastIdx="1" clrIdx="0"/>
  <p:cmAuthor id="134" name="未知的使用者28" initials="" lastIdx="1" clrIdx="0"/>
  <p:cmAuthor id="135" name="未知用户67" initials="" lastIdx="1" clrIdx="0"/>
  <p:cmAuthor id="136" name="未知用户114" initials="" lastIdx="1" clrIdx="0"/>
  <p:cmAuthor id="137" name="未知用户18" initials="" lastIdx="10"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142" name="未知的使用者9" initials="" lastIdx="1" clrIdx="0"/>
  <p:cmAuthor id="143" name="未知用户62" initials="" lastIdx="1" clrIdx="1"/>
  <p:cmAuthor id="144" name="yuanzh" initials="" lastIdx="1" clrIdx="1"/>
  <p:cmAuthor id="145" name="不明使用者57" initials="" lastIdx="1" clrIdx="0"/>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152" name="未知用户115" initials="" lastIdx="1" clrIdx="0"/>
  <p:cmAuthor id="153" name="未知用户21"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159" name="未知用户82" initials="" lastIdx="1" clrIdx="0"/>
  <p:cmAuthor id="2001" name="." initials="." lastIdx="5" clrIdx="1"/>
  <p:cmAuthor id="160" name="未知的使用者7" initials="" lastIdx="2" clrIdx="0"/>
  <p:cmAuthor id="2002" name="金宇峰_BfyebuM3" initials="authorId_1008746-10054633" lastIdx="0" clrIdx="0"/>
  <p:cmAuthor id="161" name="未知用户6" initials="" lastIdx="8" clrIdx="0"/>
  <p:cmAuthor id="162" name="未知的使用者55" initials="" lastIdx="1" clrIdx="0"/>
  <p:cmAuthor id="163" name="未知的使用者111" initials="" lastIdx="1" clrIdx="0"/>
  <p:cmAuthor id="164" name="未知的使用者50" initials="" lastIdx="1" clrIdx="0"/>
  <p:cmAuthor id="165" name="未知的使用者11" initials="" lastIdx="1" clrIdx="0"/>
  <p:cmAuthor id="166" name="未知用户47" initials="" lastIdx="6" clrIdx="0"/>
  <p:cmAuthor id="167" name="未知用户106" initials="未" lastIdx="1" clrIdx="0"/>
  <p:cmAuthor id="691587971" name="da lin" initials="dl" lastIdx="1" clrIdx="48"/>
  <p:cmAuthor id="168" name="未知用户116" initials="" lastIdx="1" clrIdx="1"/>
  <p:cmAuthor id="691587972" name="NTKO" initials="H" lastIdx="2" clrIdx="45"/>
  <p:cmAuthor id="169" name="未知的使用者150" initials="未" lastIdx="1" clrIdx="0"/>
  <p:cmAuthor id="170" name="未知的使用者69" initials="" lastIdx="1" clrIdx="1"/>
  <p:cmAuthor id="171" name="未知的使用者112" initials="" lastIdx="1" clrIdx="1"/>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2" name="Daniel Wuu" initials="" lastIdx="1" clrIdx="0"/>
  <p:cmAuthor id="213" name="未知用户56" initials="" lastIdx="1" clrIdx="0"/>
  <p:cmAuthor id="214" name="未知的使用者14" initials="" lastIdx="2" clrIdx="0"/>
  <p:cmAuthor id="217" name="Ashley Eberenz" initials="" lastIdx="7" clrIdx="1"/>
  <p:cmAuthor id="394525611" name="mouse zz" initials="mz" lastIdx="1" clrIdx="54"/>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1411828" name="徐琳00159163" initials="徐琳00159163" lastIdx="1" clrIdx="37"/>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22" name="26752" initials="2" lastIdx="1" clrIdx="321"/>
  <p:cmAuthor id="323" name="87189" initials="8" lastIdx="1" clrIdx="322"/>
  <p:cmAuthor id="333" name="Elaine" initials="E" lastIdx="3" clrIdx="332"/>
  <p:cmAuthor id="334" name="litao" initials="l" lastIdx="1" clrIdx="333"/>
  <p:cmAuthor id="335" name="zhouying" initials="ZY" lastIdx="1" clrIdx="334"/>
  <p:cmAuthor id="340" name="yangjinfang" initials="yjf" lastIdx="1" clrIdx="339"/>
  <p:cmAuthor id="342" name="Lucy" initials="L" lastIdx="1" clrIdx="341"/>
  <p:cmAuthor id="191251536" name="张钰" initials="张" lastIdx="1" clrIdx="25"/>
  <p:cmAuthor id="191251537" name="高 凡" initials="高" lastIdx="1" clrIdx="36"/>
  <p:cmAuthor id="287643685" name="songlinyan" initials="s" lastIdx="2" clrIdx="44"/>
  <p:cmAuthor id="91" name="范作霖" initials="范" lastIdx="1" clrIdx="22"/>
  <p:cmAuthor id="109" name="刘豹" initials="刘" lastIdx="0" clrIdx="0"/>
  <p:cmAuthor id="120" name="郑汝鸿" initials="郑" lastIdx="2" clrIdx="0"/>
  <p:cmAuthor id="123" name="邢辰凤" initials="邢" lastIdx="45" clrIdx="7"/>
  <p:cmAuthor id="126" name="未知用户46" initials="未" lastIdx="1" clrIdx="1"/>
  <p:cmAuthor id="1411829" name="haha" initials="h" lastIdx="2" clrIdx="44"/>
  <p:cmAuthor id="348" name="huang" initials="h" lastIdx="10" clrIdx="347"/>
  <p:cmAuthor id="324" name="chenmin" initials="c" lastIdx="1" clrIdx="323"/>
  <p:cmAuthor id="327" name="Cecilia" initials="C" lastIdx="1" clrIdx="326"/>
  <p:cmAuthor id="328" name="tianyuan@cmhi.cmcc" initials="tianyuan@cmhi.cmcc" lastIdx="2" clrIdx="327"/>
  <p:cmAuthor id="329" name="mashan@cmhi.cmcc" initials="mashan@cmhi.cmcc" lastIdx="1" clrIdx="328"/>
  <p:cmAuthor id="341" name="Randolph" initials="R" lastIdx="1" clrIdx="340"/>
  <p:cmAuthor id="338" name="caibeining" initials="c" lastIdx="1" clrIdx="337"/>
  <p:cmAuthor id="433" name="未知的使用者140" initials="未" lastIdx="1" clrIdx="1"/>
  <p:cmAuthor id="434" name="未知的使用者197" initials="未" lastIdx="8" clrIdx="0"/>
  <p:cmAuthor id="435" name="王丽君" initials="王" lastIdx="4" clrIdx="0"/>
  <p:cmAuthor id="436" name="Xia Ting" initials="X" lastIdx="1" clrIdx="0"/>
  <p:cmAuthor id="437" name="未知的使用者153" initials="未" lastIdx="1" clrIdx="0"/>
  <p:cmAuthor id="438" name="未知的使用者154" initials="未" lastIdx="1" clrIdx="0"/>
  <p:cmAuthor id="439" name="未知用户10" initials="未" lastIdx="1" clrIdx="0"/>
  <p:cmAuthor id="440" name="未知用户11" initials="未" lastIdx="1" clrIdx="0"/>
  <p:cmAuthor id="441" name="未知的使用者151" initials="未" lastIdx="1" clrIdx="0"/>
  <p:cmAuthor id="442" name="未知的使用者89" initials="未" lastIdx="1" clrIdx="2"/>
  <p:cmAuthor id="443" name="未知的使用者88" initials="未" lastIdx="1" clrIdx="1"/>
  <p:cmAuthor id="444" name="未知用户89" initials="未" lastIdx="11" clrIdx="0"/>
  <p:cmAuthor id="445" name="庆芳 许" initials="庆" lastIdx="1" clrIdx="0"/>
  <p:cmAuthor id="446" name="jerrychou" initials="j" lastIdx="1" clrIdx="4"/>
  <p:cmAuthor id="447" name="不明使用者12" initials="不" lastIdx="3" clrIdx="1"/>
  <p:cmAuthor id="448" name="不明使用者1" initials="不" lastIdx="0" clrIdx="0"/>
  <p:cmAuthor id="449" name="不明使用者2" initials="不" lastIdx="2" clrIdx="0"/>
  <p:cmAuthor id="450" name="不明使用者3" initials="不" lastIdx="1" clrIdx="0"/>
  <p:cmAuthor id="451" name="不明使用者4" initials="不" lastIdx="1" clrIdx="0"/>
  <p:cmAuthor id="452" name="不明使用者6" initials="不" lastIdx="1" clrIdx="0"/>
  <p:cmAuthor id="453" name="不明使用者5" initials="不" lastIdx="11" clrIdx="0"/>
  <p:cmAuthor id="454" name="不明使用者7" initials="不" lastIdx="7" clrIdx="1"/>
  <p:cmAuthor id="455" name="不明使用者8" initials="不" lastIdx="43" clrIdx="1"/>
  <p:cmAuthor id="456" name="不明使用者9" initials="不" lastIdx="1" clrIdx="0"/>
  <p:cmAuthor id="457" name="不明使用者10" initials="不" lastIdx="0" clrIdx="0"/>
  <p:cmAuthor id="458" name="不明使用者11" initials="不" lastIdx="1" clrIdx="0"/>
  <p:cmAuthor id="459" name="未知的使用者227" initials="未" lastIdx="2" clrIdx="0"/>
  <p:cmAuthor id="460" name="未知的使用者270" initials="未" lastIdx="1" clrIdx="0"/>
  <p:cmAuthor id="461" name="未知的使用者228" initials="未" lastIdx="8" clrIdx="0"/>
  <p:cmAuthor id="462" name="未知的使用者229" initials="未" lastIdx="8" clrIdx="0"/>
  <p:cmAuthor id="463" name="未知的使用者230" initials="未" lastIdx="1" clrIdx="0"/>
  <p:cmAuthor id="464" name="未知的使用者231" initials="未" lastIdx="1" clrIdx="0"/>
  <p:cmAuthor id="465" name="未知的使用者256" initials="未" lastIdx="1" clrIdx="0"/>
  <p:cmAuthor id="466" name="未知的使用者233" initials="未" lastIdx="1" clrIdx="0"/>
  <p:cmAuthor id="467" name="未知的使用者234" initials="未" lastIdx="10" clrIdx="0"/>
  <p:cmAuthor id="468" name="未知的使用者235" initials="未" lastIdx="1" clrIdx="0"/>
  <p:cmAuthor id="469" name="未知的使用者236" initials="未" lastIdx="1" clrIdx="0"/>
  <p:cmAuthor id="470" name="未知的使用者257" initials="未" lastIdx="1" clrIdx="0"/>
  <p:cmAuthor id="471" name="未知的使用者237" initials="未" lastIdx="1" clrIdx="0"/>
  <p:cmAuthor id="472" name="未知的使用者238" initials="未" lastIdx="2" clrIdx="0"/>
  <p:cmAuthor id="473" name="未知的使用者239" initials="未" lastIdx="1" clrIdx="1"/>
  <p:cmAuthor id="474" name="未知的使用者240" initials="未" lastIdx="1" clrIdx="0"/>
  <p:cmAuthor id="475" name="未知的使用者241" initials="未" lastIdx="1" clrIdx="0"/>
  <p:cmAuthor id="476" name="未知的使用者242" initials="未" lastIdx="2" clrIdx="0"/>
  <p:cmAuthor id="477" name="未知的使用者243" initials="未" lastIdx="1" clrIdx="0"/>
  <p:cmAuthor id="478" name="未知的使用者258" initials="未" lastIdx="8" clrIdx="0"/>
  <p:cmAuthor id="479" name="未知的使用者259" initials="未" lastIdx="1" clrIdx="0"/>
  <p:cmAuthor id="480" name="未知的使用者260" initials="未" lastIdx="1" clrIdx="0"/>
  <p:cmAuthor id="481" name="未知的使用者261" initials="未" lastIdx="11" clrIdx="0"/>
  <p:cmAuthor id="482" name="未知的使用者262" initials="未" lastIdx="7" clrIdx="1"/>
  <p:cmAuthor id="483" name="未知的使用者263" initials="未" lastIdx="1" clrIdx="2"/>
  <p:cmAuthor id="484" name="未知的使用者264" initials="未" lastIdx="1" clrIdx="0"/>
  <p:cmAuthor id="485" name="未知的使用者265" initials="未" lastIdx="1" clrIdx="0"/>
  <p:cmAuthor id="486" name="未知的使用者266" initials="未" lastIdx="1" clrIdx="1"/>
  <p:cmAuthor id="487" name="未知的使用者267" initials="未" lastIdx="1" clrIdx="0"/>
  <p:cmAuthor id="488" name="未知的使用者268" initials="未" lastIdx="2" clrIdx="0"/>
  <p:cmAuthor id="489" name="未知的使用者269" initials="未" lastIdx="7" clrIdx="1"/>
  <p:cmAuthor id="490" name="lillian" initials="l" lastIdx="1" clrIdx="0"/>
  <p:cmAuthor id="491" name="未知用户197" initials="未" lastIdx="1" clrIdx="0"/>
  <p:cmAuthor id="492" name="未知的使用者217" initials="未" lastIdx="1" clrIdx="1"/>
  <p:cmAuthor id="493" name="未知的使用者218" initials="未" lastIdx="1" clrIdx="0"/>
  <p:cmAuthor id="494" name="未知的使用者219" initials="未" lastIdx="2" clrIdx="0"/>
  <p:cmAuthor id="496" name="未知的使用者152" initials="未" lastIdx="8" clrIdx="0"/>
  <p:cmAuthor id="499" name="未知的使用者156" initials="未" lastIdx="1" clrIdx="0"/>
  <p:cmAuthor id="503" name="未知的使用者129" initials="未" lastIdx="1" clrIdx="0"/>
  <p:cmAuthor id="504" name="未知的使用者130" initials="未" lastIdx="8" clrIdx="0"/>
  <p:cmAuthor id="505" name="未知的使用者131" initials="未" lastIdx="2" clrIdx="0"/>
  <p:cmAuthor id="506" name="未知的使用者132" initials="未" lastIdx="8" clrIdx="0"/>
  <p:cmAuthor id="507" name="未知的使用者164" initials="未" lastIdx="8" clrIdx="0"/>
  <p:cmAuthor id="508" name="未知的使用者172" initials="未" lastIdx="1" clrIdx="0"/>
  <p:cmAuthor id="509" name="未知的使用者174" initials="未" lastIdx="1" clrIdx="0"/>
  <p:cmAuthor id="511" name="未知的使用者247" initials="未" lastIdx="6" clrIdx="0"/>
  <p:cmAuthor id="562" name="順天" initials="順" lastIdx="1" clrIdx="0"/>
  <p:cmAuthor id="571" name="未知用户293" initials="未" lastIdx="1" clrIdx="0"/>
  <p:cmAuthor id="581" name="guanhh" initials="g" lastIdx="3" clrIdx="0"/>
  <p:cmAuthor id="596" name="Microsoft Office User" initials="M" lastIdx="2" clrIdx="86"/>
  <p:cmAuthor id="605" name="yudi lin" initials="y" lastIdx="0" clrIdx="0"/>
  <p:cmAuthor id="607" name="liuzga" initials="l" lastIdx="1" clrIdx="3"/>
  <p:cmAuthor id="608" name="49554261@qq.com" initials="4" lastIdx="2" clrIdx="2"/>
  <p:cmAuthor id="210492765" name="施普希（菜菜）" initials="施" lastIdx="0" clrIdx="0"/>
  <p:cmAuthor id="326" name="未知的使用者75" initials="未" lastIdx="1" clrIdx="0"/>
  <p:cmAuthor id="343" name="未知的使用者102" initials="未" lastIdx="5" clrIdx="1"/>
  <p:cmAuthor id="344" name="未知的使用者61" initials="未" lastIdx="1" clrIdx="0"/>
  <p:cmAuthor id="345" name="仝德志" initials="仝" lastIdx="1" clrIdx="0"/>
  <p:cmAuthor id="346" name="未知用户112" initials="未知用户112" lastIdx="4" clrIdx="0"/>
  <p:cmAuthor id="349" name="未知的使用者183" initials="未" lastIdx="5" clrIdx="1"/>
  <p:cmAuthor id="350" name="未知用户162" initials="未知用户162" lastIdx="1" clrIdx="1"/>
  <p:cmAuthor id="351" name="未知用户163" initials="未知用户163" lastIdx="1" clrIdx="0"/>
  <p:cmAuthor id="352" name="針對所選的門市進行小範圍實驗，捕捉驅動績效的關鍵影響因子" initials="針" lastIdx="1" clrIdx="0"/>
  <p:cmAuthor id="353" name="James" initials="J" lastIdx="1" clrIdx="0"/>
  <p:cmAuthor id="354" name="未知的使用者114" initials="未" lastIdx="1" clrIdx="0"/>
  <p:cmAuthor id="355" name="未知用户164" initials="未知用户164" lastIdx="1" clrIdx="0"/>
  <p:cmAuthor id="356" name="未知的使用者184" initials="未" lastIdx="8" clrIdx="0"/>
  <p:cmAuthor id="357" name="未知的使用者185" initials="未" lastIdx="10" clrIdx="0"/>
  <p:cmAuthor id="358" name="未知的使用者186" initials="未" lastIdx="1" clrIdx="0"/>
  <p:cmAuthor id="359" name="未知的使用者175" initials="未" lastIdx="8" clrIdx="0"/>
  <p:cmAuthor id="360" name="未知的使用者176" initials="未" lastIdx="1" clrIdx="0"/>
  <p:cmAuthor id="361" name="未知的使用者187" initials="未" lastIdx="1" clrIdx="0"/>
  <p:cmAuthor id="362" name="未知的使用者178" initials="未" lastIdx="1" clrIdx="0"/>
  <p:cmAuthor id="363" name="未知的使用者179" initials="未" lastIdx="1" clrIdx="0"/>
  <p:cmAuthor id="364" name="未知的使用者180" initials="未" lastIdx="2" clrIdx="0"/>
  <p:cmAuthor id="365" name="未知的使用者181" initials="未" lastIdx="7" clrIdx="1"/>
  <p:cmAuthor id="366" name="未知的使用者170" initials="未" lastIdx="43" clrIdx="1"/>
  <p:cmAuthor id="367" name="未知的使用者190" initials="未" lastIdx="1" clrIdx="1"/>
  <p:cmAuthor id="368" name="未知的使用者191" initials="未" lastIdx="1" clrIdx="0"/>
  <p:cmAuthor id="369" name="未知的使用者141" initials="未" lastIdx="8" clrIdx="0"/>
  <p:cmAuthor id="370" name="未知的使用者142" initials="未" lastIdx="1" clrIdx="0"/>
  <p:cmAuthor id="371" name="未知的使用者143" initials="未" lastIdx="1" clrIdx="0"/>
  <p:cmAuthor id="372" name="未知的使用者144" initials="未" lastIdx="1" clrIdx="0"/>
  <p:cmAuthor id="373" name="未知的使用者145" initials="未" lastIdx="1" clrIdx="0"/>
  <p:cmAuthor id="374" name="未知用户165" initials="未知用户165" lastIdx="1" clrIdx="0"/>
  <p:cmAuthor id="375" name="未知的使用者147" initials="未" lastIdx="1" clrIdx="0"/>
  <p:cmAuthor id="376" name="未知用户166" initials="未知用户166" lastIdx="8" clrIdx="0"/>
  <p:cmAuthor id="377" name="未知的使用者149" initials="未" lastIdx="8" clrIdx="0"/>
  <p:cmAuthor id="378" name="未知用户167" initials="未知用户167" lastIdx="1" clrIdx="0"/>
  <p:cmAuthor id="379" name="未知用户168" initials="未知用户168" lastIdx="1" clrIdx="0"/>
  <p:cmAuthor id="380" name="未知用户169" initials="未知用户169" lastIdx="1" clrIdx="1"/>
  <p:cmAuthor id="381" name="未知用户202" initials="未" lastIdx="8" clrIdx="0"/>
  <p:cmAuthor id="382" name="未知的使用者220" initials="未" lastIdx="7" clrIdx="1"/>
  <p:cmAuthor id="384" name="未知用户134" initials="未" lastIdx="10" clrIdx="0"/>
  <p:cmAuthor id="385" name="未知用户135" initials="未" lastIdx="1" clrIdx="0"/>
  <p:cmAuthor id="386" name="未知用户205" initials="未" lastIdx="1" clrIdx="0"/>
  <p:cmAuthor id="387" name="未知的使用者157" initials="未" lastIdx="1" clrIdx="0"/>
  <p:cmAuthor id="388" name="未知的使用者204" initials="未" lastIdx="1" clrIdx="0"/>
  <p:cmAuthor id="389" name="Yoyo Wu" initials="Y" lastIdx="2" clrIdx="0"/>
  <p:cmAuthor id="390" name="zhangbin" initials="z" lastIdx="6" clrIdx="0"/>
  <p:cmAuthor id="391" name="Arno.Du(杜明星)" initials="A" lastIdx="0" clrIdx="0"/>
  <p:cmAuthor id="392" name="未知用户174" initials="未知用户174" lastIdx="1" clrIdx="0"/>
  <p:cmAuthor id="393" name="未知用户175" initials="未知用户175" lastIdx="1" clrIdx="1"/>
  <p:cmAuthor id="394" name="Unknown User27" initials="U" lastIdx="1" clrIdx="0"/>
  <p:cmAuthor id="395" name="Unknown User11" initials="U" lastIdx="0" clrIdx="1"/>
  <p:cmAuthor id="396" name="Unknown User112" initials="U" lastIdx="1" clrIdx="0"/>
  <p:cmAuthor id="397" name="Unknown User59" initials="U" lastIdx="1" clrIdx="0"/>
  <p:cmAuthor id="398" name="未知用户176" initials="未知用户176" lastIdx="1" clrIdx="0"/>
  <p:cmAuthor id="399" name="未知的使用者249" initials="未" lastIdx="43" clrIdx="1"/>
  <p:cmAuthor id="400" name="未知的使用者250" initials="未" lastIdx="1" clrIdx="0"/>
  <p:cmAuthor id="401" name="未知的使用者251" initials="未" lastIdx="1" clrIdx="0"/>
  <p:cmAuthor id="402" name="未知的使用者246" initials="未" lastIdx="1" clrIdx="1"/>
  <p:cmAuthor id="403" name="未知的使用者224" initials="未" lastIdx="1" clrIdx="0"/>
  <p:cmAuthor id="404" name="未知的使用者252" initials="未" lastIdx="1" clrIdx="0"/>
  <p:cmAuthor id="405" name="未知的使用者253" initials="未" lastIdx="1" clrIdx="0"/>
  <p:cmAuthor id="8535702" name="曾蓓/贝贝" initials="曾" lastIdx="0" clrIdx="0"/>
  <p:cmAuthor id="406" name="未知的使用者254" initials="未" lastIdx="1" clrIdx="0"/>
  <p:cmAuthor id="407" name="未知的使用者255" initials="未" lastIdx="1" clrIdx="0"/>
  <p:cmAuthor id="408" name="未知的使用者226" initials="未" lastIdx="8" clrIdx="0"/>
  <p:cmAuthor id="410" name="未知用户195" initials="未" lastIdx="1" clrIdx="0"/>
  <p:cmAuthor id="411" name="raymond luan" initials="r" lastIdx="0" clrIdx="0"/>
  <p:cmAuthor id="412" name="未知用户208" initials="未" lastIdx="1" clrIdx="0"/>
  <p:cmAuthor id="413" name="未知用户198" initials="未" lastIdx="1" clrIdx="0"/>
  <p:cmAuthor id="414" name="未知用户209" initials="未" lastIdx="1" clrIdx="0"/>
  <p:cmAuthor id="415" name="未知用户36" initials="未" lastIdx="1" clrIdx="0"/>
  <p:cmAuthor id="416" name="Evonlin" initials="E" lastIdx="2" clrIdx="2"/>
  <p:cmAuthor id="417" name="WANGZF" initials="W" lastIdx="4" clrIdx="2"/>
  <p:cmAuthor id="418" name="未知用户94" initials="未" lastIdx="0" clrIdx="1"/>
  <p:cmAuthor id="419" name="未知的使用者188" initials="未" lastIdx="1" clrIdx="0"/>
  <p:cmAuthor id="420" name="未知用户118" initials="未" lastIdx="1" clrIdx="0"/>
  <p:cmAuthor id="421" name="未知用户119" initials="未" lastIdx="5" clrIdx="1"/>
  <p:cmAuthor id="422" name="未知用户120" initials="未" lastIdx="8" clrIdx="0"/>
  <p:cmAuthor id="423" name="未知用户121" initials="未" lastIdx="1" clrIdx="0"/>
  <p:cmAuthor id="424" name="未知用户122" initials="未" lastIdx="1" clrIdx="0"/>
  <p:cmAuthor id="426" name="梅芬 吳" initials="梅" lastIdx="1" clrIdx="85"/>
  <p:cmAuthor id="430" name="未知的使用者134" initials="未" lastIdx="1" clrIdx="0"/>
  <p:cmAuthor id="431" name="未知的使用者136" initials="未" lastIdx="1" clrIdx="0"/>
  <p:cmAuthor id="432" name="未知的使用者139" initials="未" lastIdx="1" clrIdx="0"/>
  <p:cmAuthor id="172" name="未知用户183" initials="未知用户183" lastIdx="1" clrIdx="49"/>
  <p:cmAuthor id="185" name="shinin" initials="s" lastIdx="2" clrIdx="0"/>
  <p:cmAuthor id="197" name="Unknown User67" initials="U" lastIdx="1" clrIdx="0"/>
  <p:cmAuthor id="522" name="Guoweijiang" initials="G" lastIdx="1" clrIdx="521"/>
  <p:cmAuthor id="524" name="langchao" initials="l" lastIdx="1" clrIdx="523"/>
  <p:cmAuthor id="557" name="未知用户157" initials="未" lastIdx="8" clrIdx="0"/>
  <p:cmAuthor id="558" name="未知用户158" initials="未" lastIdx="2" clrIdx="0"/>
  <p:cmAuthor id="559" name="未知用户159" initials="未" lastIdx="1" clrIdx="0"/>
  <p:cmAuthor id="560" name="未知用户160" initials="未" lastIdx="2" clrIdx="0"/>
  <p:cmAuthor id="563" name=" " initials="" lastIdx="6" clrIdx="85"/>
  <p:cmAuthor id="564" name="未知用户319" initials="未" lastIdx="1" clrIdx="0"/>
  <p:cmAuthor id="566" name="未知用户87" initials="未" lastIdx="1" clrIdx="0"/>
  <p:cmAuthor id="567" name="未知用户88" initials="未" lastIdx="1" clrIdx="0"/>
  <p:cmAuthor id="569" name="未知用户211" initials="未" lastIdx="8" clrIdx="0"/>
  <p:cmAuthor id="570" name="未知用户110" initials="未" lastIdx="1" clrIdx="0"/>
  <p:cmAuthor id="572" name="未知用户201" initials="未" lastIdx="8" clrIdx="0"/>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3" name="未知用户192" initials="未" lastIdx="1" clrIdx="0"/>
  <p:cmAuthor id="584" name="未知用户203" initials="未" lastIdx="1" clrIdx="1"/>
  <p:cmAuthor id="585" name="未知用户290" initials="未" lastIdx="2" clrIdx="0"/>
  <p:cmAuthor id="586" name="未知用户291" initials="未" lastIdx="8" clrIdx="0"/>
  <p:cmAuthor id="587" name="未知用户292" initials="未" lastIdx="1" clrIdx="0"/>
  <p:cmAuthor id="588" name="未知用户184" initials="未" lastIdx="1" clrIdx="1"/>
  <p:cmAuthor id="589" name="未知用户295" initials="未" lastIdx="1" clrIdx="0"/>
  <p:cmAuthor id="590" name="未知用户297" initials="未" lastIdx="1" clrIdx="0"/>
  <p:cmAuthor id="591" name="未知用户181" initials="未" lastIdx="2" clrIdx="0"/>
  <p:cmAuthor id="592" name="ye gusong" initials="y" lastIdx="1" clrIdx="0"/>
  <p:cmAuthor id="593" name="wei muzi" initials="w" lastIdx="1" clrIdx="4"/>
  <p:cmAuthor id="594" name="孙" initials="孙" lastIdx="1" clrIdx="50"/>
  <p:cmAuthor id="595" name="未知用户187" initials="未" lastIdx="10" clrIdx="0"/>
  <p:cmAuthor id="597" name="catherine" initials="c" lastIdx="1" clrIdx="1"/>
  <p:cmAuthor id="600" name="未知用户287" initials="未" lastIdx="0" clrIdx="1"/>
  <p:cmAuthor id="601" name="未知用户288" initials="未" lastIdx="1" clrIdx="0"/>
  <p:cmAuthor id="603" name="�Ÿ�" initials="�" lastIdx="1" clrIdx="0"/>
  <p:cmAuthor id="609" name="未知用户230" initials="未" lastIdx="1" clrIdx="0"/>
  <p:cmAuthor id="611" name="未知用户216" initials="未" lastIdx="1" clrIdx="0"/>
  <p:cmAuthor id="612" name="未知用户266" initials="未" lastIdx="1" clrIdx="1"/>
  <p:cmAuthor id="613" name="未知用户243" initials="未" lastIdx="1" clrIdx="0"/>
  <p:cmAuthor id="614" name="未知用户196" initials="未" lastIdx="1" clrIdx="0"/>
  <p:cmAuthor id="616" name="未知用户219" initials="未" lastIdx="6" clrIdx="0"/>
  <p:cmAuthor id="617" name="未知用户222" initials="未" lastIdx="1" clrIdx="0"/>
  <p:cmAuthor id="618" name="未知用户200" initials="未" lastIdx="8" clrIdx="0"/>
  <p:cmAuthor id="619" name="未知用户213" initials="未" lastIdx="1" clrIdx="0"/>
  <p:cmAuthor id="691587973" name="zhaifj" initials="zhaifj" lastIdx="1" clrIdx="518"/>
  <p:cmAuthor id="620" name="未知用户214" initials="未" lastIdx="2" clrIdx="0"/>
  <p:cmAuthor id="691587974" name="行 朱" initials="行朱" lastIdx="1" clrIdx="517"/>
  <p:cmAuthor id="621" name="未知用户215" initials="未" lastIdx="1" clrIdx="0"/>
  <p:cmAuthor id="622" name="未知用户231" initials="未" lastIdx="1" clrIdx="0"/>
  <p:cmAuthor id="623" name="未知用户233" initials="未" lastIdx="12" clrIdx="0"/>
  <p:cmAuthor id="624" name="未知用户234" initials="未" lastIdx="7" clrIdx="1"/>
  <p:cmAuthor id="625" name="未知用户235" initials="未" lastIdx="1" clrIdx="2"/>
  <p:cmAuthor id="626" name="未知用户236" initials="未" lastIdx="1" clrIdx="0"/>
  <p:cmAuthor id="627" name="未知用户237" initials="未" lastIdx="1" clrIdx="0"/>
  <p:cmAuthor id="628" name="未知用户240" initials="未" lastIdx="2" clrIdx="0"/>
  <p:cmAuthor id="629" name="未知用户221" initials="未" lastIdx="44" clrIdx="1"/>
  <p:cmAuthor id="630" name="v15194" initials="v" lastIdx="5" clrIdx="87"/>
  <p:cmAuthor id="633" name="Carol Kelly" initials="C" lastIdx="1" clrIdx="0"/>
  <p:cmAuthor id="634" name="未知的使用者155" initials="未" lastIdx="1" clrIdx="0"/>
  <p:cmAuthor id="637" name="Unknown User55" initials="U" lastIdx="1" clrIdx="1"/>
  <p:cmAuthor id="638" name="未知用户343" initials="未" lastIdx="1" clrIdx="0"/>
  <p:cmAuthor id="639" name="Huipeng Cao" initials="H" lastIdx="1" clrIdx="0"/>
  <p:cmAuthor id="640" name="李 雷雨" initials="李" lastIdx="1" clrIdx="0"/>
  <p:cmAuthor id="641" name="91257" initials="9" lastIdx="0" clrIdx="1"/>
  <p:cmAuthor id="642" name="vicky" initials="v" lastIdx="2" clrIdx="1"/>
  <p:cmAuthor id="662" name="敢 王" initials="敢" lastIdx="1" clrIdx="0"/>
  <p:cmAuthor id="663" name="邓 勇" initials="邓" lastIdx="1" clrIdx="0"/>
  <p:cmAuthor id="664" name="陈城" initials="陈" lastIdx="0" clrIdx="2"/>
  <p:cmAuthor id="665" name="Sharon" initials="S" lastIdx="1" clrIdx="2"/>
  <p:cmAuthor id="666" name="yangxy" initials="y" lastIdx="1" clrIdx="88"/>
  <p:cmAuthor id="210492766" name="曹 朝辉" initials="曹" lastIdx="1" clrIdx="14"/>
  <p:cmAuthor id="394525612" name="goulei" initials="g" lastIdx="2" clrIdx="41"/>
  <p:cmAuthor id="441412215" name="tonghailan" initials="t" lastIdx="1126972" clrIdx="1"/>
  <p:cmAuthor id="2003" name="xuting@sn.cmcc" initials="A" lastIdx="1" clrIdx="40"/>
  <p:cmAuthor id="336" name="未知的使用者90" initials="未" lastIdx="8" clrIdx="0"/>
  <p:cmAuthor id="337" name="hwjjjjjjjj" initials="h" lastIdx="2" clrIdx="336"/>
  <p:cmAuthor id="339" name="macos" initials="m" lastIdx="1" clrIdx="338"/>
  <p:cmAuthor id="347" name="zhangxinyao" initials="z" lastIdx="1" clrIdx="346"/>
  <p:cmAuthor id="383" name="未知用户133" initials="未" lastIdx="1" clrIdx="0"/>
  <p:cmAuthor id="518" name="alexw" initials="a" lastIdx="2" clrIdx="517"/>
  <p:cmAuthor id="521" name="未知用户268" initials="未" lastIdx="1" clrIdx="0"/>
  <p:cmAuthor id="525" name="dddd915" initials="d" lastIdx="1" clrIdx="524"/>
  <p:cmAuthor id="287643686" name="YaoChunfen" initials="Y" lastIdx="1" clrIdx="39"/>
  <p:cmAuthor id="287643687" name="cheng" initials="c" lastIdx="13" clrIdx="0"/>
  <p:cmAuthor id="532" name="未知的使用者200" initials="未" lastIdx="1" clrIdx="0"/>
  <p:cmAuthor id="287643688" name="方少_UbQfrimU" initials="authorId_442114952" lastIdx="0" clrIdx="0"/>
  <p:cmAuthor id="287643689" name="叶盛_Q3A3IfEf" initials="authorId_506280334" lastIdx="0" clrIdx="0"/>
  <p:cmAuthor id="534" name="未知的使用者171" initials="未" lastIdx="3" clrIdx="1"/>
  <p:cmAuthor id="287643690" name="Harley._bEJrUJ7r" initials="authorId_432156705" lastIdx="0" clrIdx="0"/>
  <p:cmAuthor id="287643691" name="罗平_VB7vJb2E" initials="authorId_305049361" lastIdx="0" clrIdx="0"/>
  <p:cmAuthor id="287643692" name="xixi_nUjqe22E" initials="authorId_359229261" lastIdx="0" clrIdx="0"/>
  <p:cmAuthor id="287643693" name="安安_zm6nYnYZ" initials="authorId_347340296" lastIdx="0" clrIdx="0"/>
  <p:cmAuthor id="287643694" name="nature_emInFJF7" initials="authorId_313163542" lastIdx="0" clrIdx="0"/>
  <p:cmAuthor id="287643695" name="杨思思_VNjyvY7j" initials="authorId_430925712" lastIdx="0" clrIdx="0"/>
  <p:cmAuthor id="287643696" name="I_u6feq6Zr" initials="authorId_300885863" lastIdx="0" clrIdx="0"/>
  <p:cmAuthor id="553" name="刘晖" initials="刘" lastIdx="1" clrIdx="0"/>
  <p:cmAuthor id="691587975" name="John Lu" initials="JL" lastIdx="1" clrIdx="525"/>
  <p:cmAuthor id="708433798" name="jialuo" initials="j" lastIdx="0" clrIdx="0"/>
  <p:cmAuthor id="381437688" name="谢学斌" initials="谢" lastIdx="0" clrIdx="0"/>
  <p:cmAuthor id="2004" name="范 斌" initials="范" lastIdx="1" clrIdx="36"/>
  <p:cmAuthor id="2005" name="毕邺" initials="党委办公室" lastIdx="2" clrIdx="37"/>
  <p:cmAuthor id="191251538" name="王元" initials="R" lastIdx="1" clrIdx="39"/>
  <p:cmAuthor id="191251539" name="370369741@qq.com" initials="3" lastIdx="1" clrIdx="40"/>
  <p:cmAuthor id="191251540" name="韩剑侠" initials="P" lastIdx="1" clrIdx="41"/>
  <p:cmAuthor id="210492767" name="李 嘉" initials="李" lastIdx="1" clrIdx="26"/>
  <p:cmAuthor id="210492768" name="gus9@chinaunicom.cn" initials="g" lastIdx="4" clrIdx="27"/>
  <p:cmAuthor id="427" name="王嘉偉" initials="王" lastIdx="2" clrIdx="0"/>
  <p:cmAuthor id="428" name="未知的使用者210" initials="" lastIdx="0" clrIdx="0"/>
  <p:cmAuthor id="429" name="未知的使用者211" initials="" lastIdx="1" clrIdx="0"/>
  <p:cmAuthor id="502" name="未知用户246" initials="未" lastIdx="1" clrIdx="0"/>
  <p:cmAuthor id="510" name="未知用户261" initials="未" lastIdx="1" clrIdx="0"/>
  <p:cmAuthor id="191251541" name="sjzx" initials="s" lastIdx="1" clrIdx="25"/>
  <p:cmAuthor id="191251542" name="yang.yuan" initials="y" lastIdx="0" clrIdx="17"/>
  <p:cmAuthor id="515" name="WKL" initials="W" lastIdx="2" clrIdx="514"/>
  <p:cmAuthor id="146566726" name="高飞" initials="高" lastIdx="0" clrIdx="0"/>
  <p:cmAuthor id="146566727" name="xzb1" initials="x" lastIdx="1" clrIdx="1"/>
  <p:cmAuthor id="215" name="云峰 贾" initials="云" lastIdx="2" clrIdx="0"/>
  <p:cmAuthor id="797" name="未知用户443" initials="未" lastIdx="1" clrIdx="0"/>
  <p:cmAuthor id="798" name="未知用户411" initials="未" lastIdx="3" clrIdx="1"/>
  <p:cmAuthor id="799" name="未知用户444" initials="未" lastIdx="6" clrIdx="0"/>
  <p:cmAuthor id="800" name="未知用户413" initials="未" lastIdx="1" clrIdx="1"/>
  <p:cmAuthor id="801" name="未知用户445" initials="未" lastIdx="1" clrIdx="0"/>
  <p:cmAuthor id="802" name="未知用户446" initials="未" lastIdx="1" clrIdx="0"/>
  <p:cmAuthor id="803" name="未知用户447" initials="未" lastIdx="1" clrIdx="0"/>
  <p:cmAuthor id="804" name="未知用户448" initials="未" lastIdx="1" clrIdx="0"/>
  <p:cmAuthor id="805" name="未知用户333" initials="未" lastIdx="1" clrIdx="0"/>
  <p:cmAuthor id="806" name="未知用户417" initials="未" lastIdx="1" clrIdx="0"/>
  <p:cmAuthor id="807" name="未知用户449" initials="未" lastIdx="1" clrIdx="0"/>
  <p:cmAuthor id="808" name="未知用户418" initials="未" lastIdx="1" clrIdx="0"/>
  <p:cmAuthor id="809" name="未知用户450" initials="未" lastIdx="6" clrIdx="0"/>
  <p:cmAuthor id="810" name="未知用户423" initials="未" lastIdx="0" clrIdx="0"/>
  <p:cmAuthor id="811" name="未知用户424" initials="未" lastIdx="5" clrIdx="0"/>
  <p:cmAuthor id="812" name="未知用户425" initials="未" lastIdx="3" clrIdx="1"/>
  <p:cmAuthor id="813" name="未知用户451" initials="未" lastIdx="1" clrIdx="0"/>
  <p:cmAuthor id="814" name="未知用户452" initials="未" lastIdx="1" clrIdx="0"/>
  <p:cmAuthor id="815" name="未知用户453" initials="未" lastIdx="1" clrIdx="0"/>
  <p:cmAuthor id="816" name="未知用户454" initials="未" lastIdx="1" clrIdx="2"/>
  <p:cmAuthor id="817" name="未知用户455" initials="未" lastIdx="1" clrIdx="0"/>
  <p:cmAuthor id="818" name="未知用户456" initials="未" lastIdx="1" clrIdx="0"/>
  <p:cmAuthor id="819" name="未知用户457" initials="未" lastIdx="10" clrIdx="0"/>
  <p:cmAuthor id="820" name="未知用户458" initials="未" lastIdx="1" clrIdx="0"/>
  <p:cmAuthor id="821" name="風輕 雲淡" initials="風輕" lastIdx="1" clrIdx="511"/>
  <p:cmAuthor id="475196944" name="姚琳" initials="姚" lastIdx="1133934" clrIdx="0"/>
  <p:cmAuthor id="475196945" name="chen" initials="c" lastIdx="1" clrIdx="2"/>
  <p:cmAuthor id="1411830" name="唐 赛" initials="唐" lastIdx="1" clrIdx="45"/>
  <p:cmAuthor id="2006" name="jiaru tiger" initials="jt" lastIdx="2" clrIdx="38"/>
  <p:cmAuthor id="565" name="未知用户296" initials="未" lastIdx="1" clrIdx="0"/>
  <p:cmAuthor id="568" name="未知用户303" initials="未" lastIdx="5" clrIdx="1"/>
  <p:cmAuthor id="573" name="Unknown User68" initials="U" lastIdx="1" clrIdx="0"/>
  <p:cmAuthor id="582" name="未知用户180" initials="未" lastIdx="1" clrIdx="1"/>
  <p:cmAuthor id="598" name="未知用户257" initials="未" lastIdx="1" clrIdx="0"/>
  <p:cmAuthor id="599" name="未知用户258" initials="未" lastIdx="8" clrIdx="0"/>
  <p:cmAuthor id="604" name="未知用户310" initials="未" lastIdx="1" clrIdx="0"/>
  <p:cmAuthor id="636" name="Unknown User58" initials="U" lastIdx="1" clrIdx="0"/>
  <p:cmAuthor id="657" name="Carol Wu" initials="C" lastIdx="1" clrIdx="0"/>
  <p:cmAuthor id="660" name="未知用户307" initials="未" lastIdx="1" clrIdx="0"/>
  <p:cmAuthor id="661" name="未知用户305" initials="未" lastIdx="1" clrIdx="0"/>
  <p:cmAuthor id="667" name="未知用户311" initials="未" lastIdx="2" clrIdx="0"/>
  <p:cmAuthor id="668" name="未知用户312" initials="未" lastIdx="1" clrIdx="0"/>
  <p:cmAuthor id="669" name="shenbina" initials="s" lastIdx="1" clrIdx="0"/>
  <p:cmAuthor id="670" name="liuxie" initials="l" lastIdx="1" clrIdx="588"/>
  <p:cmAuthor id="671" name="晓  曲" initials="晓" lastIdx="1" clrIdx="0"/>
  <p:cmAuthor id="673" name="Kathy" initials="K" lastIdx="0" clrIdx="0"/>
  <p:cmAuthor id="674" name="孟连磊" initials="孟" lastIdx="1" clrIdx="0"/>
  <p:cmAuthor id="676" name="未知的使用者177" initials="未" lastIdx="8" clrIdx="0"/>
  <p:cmAuthor id="681" name="winner1 chan" initials="wc" lastIdx="1" clrIdx="334"/>
  <p:cmAuthor id="682" name="未知用户332" initials="未" lastIdx="1" clrIdx="0"/>
  <p:cmAuthor id="685" name="俊晔 邱" initials="俊" lastIdx="1" clrIdx="87"/>
  <p:cmAuthor id="686" name="annie.gts@outlook.com" initials="a" lastIdx="2" clrIdx="0"/>
  <p:cmAuthor id="687" name="杨 升格" initials="杨" lastIdx="2" clrIdx="0"/>
  <p:cmAuthor id="696" name="yesg" initials="y" lastIdx="1" clrIdx="0"/>
  <p:cmAuthor id="700" name="soling" initials="s" lastIdx="1" clrIdx="2"/>
  <p:cmAuthor id="701" name="李 骁" initials="李" lastIdx="1" clrIdx="0"/>
  <p:cmAuthor id="703" name="未知的使用者96" initials="未" lastIdx="2" clrIdx="0"/>
  <p:cmAuthor id="706" name="未知的使用者101" initials="未" lastIdx="1" clrIdx="0"/>
  <p:cmAuthor id="711" name="未知用户315" initials="未" lastIdx="0" clrIdx="0"/>
  <p:cmAuthor id="712" name="未知用户316" initials="未" lastIdx="1" clrIdx="0"/>
  <p:cmAuthor id="713" name="未知用户317" initials="未" lastIdx="10" clrIdx="0"/>
  <p:cmAuthor id="714" name="未知用户318" initials="未" lastIdx="0" clrIdx="1"/>
  <p:cmAuthor id="718" name="未知用户322" initials="未" lastIdx="10" clrIdx="0"/>
  <p:cmAuthor id="719" name="未知用户323" initials="未" lastIdx="1" clrIdx="0"/>
  <p:cmAuthor id="720" name="未知用户324" initials="未" lastIdx="3" clrIdx="1"/>
  <p:cmAuthor id="721" name="wangxinhui" initials="w" lastIdx="1" clrIdx="0"/>
  <p:cmAuthor id="723" name="未知用户363" initials="未" lastIdx="6" clrIdx="0"/>
  <p:cmAuthor id="724" name="未知用户459" initials="未" lastIdx="1" clrIdx="84"/>
  <p:cmAuthor id="725" name="未知用户470" initials="未" lastIdx="1" clrIdx="0"/>
  <p:cmAuthor id="726" name="未知用户325" initials="未" lastIdx="1" clrIdx="1"/>
  <p:cmAuthor id="727" name="未知用户326" initials="未" lastIdx="1" clrIdx="0"/>
  <p:cmAuthor id="728" name="未知用户365" initials="未" lastIdx="1" clrIdx="0"/>
  <p:cmAuthor id="729" name="未知用户460" initials="未" lastIdx="1" clrIdx="0"/>
  <p:cmAuthor id="730" name="未知用户366" initials="未" lastIdx="3" clrIdx="1"/>
  <p:cmAuthor id="731" name="未知用户461" initials="未" lastIdx="10" clrIdx="0"/>
  <p:cmAuthor id="732" name="未知用户367" initials="未" lastIdx="10" clrIdx="0"/>
  <p:cmAuthor id="733" name="未知用户462" initials="未" lastIdx="1" clrIdx="1"/>
  <p:cmAuthor id="734" name="未知用户463" initials="未" lastIdx="1" clrIdx="0"/>
  <p:cmAuthor id="735" name="未知用户368" initials="未" lastIdx="1" clrIdx="0"/>
  <p:cmAuthor id="736" name="未知用户464" initials="未" lastIdx="1" clrIdx="0"/>
  <p:cmAuthor id="737" name="未知用户369" initials="未" lastIdx="1" clrIdx="0"/>
  <p:cmAuthor id="738" name="未知用户465" initials="未" lastIdx="1" clrIdx="78"/>
  <p:cmAuthor id="739" name="未知用户466" initials="未" lastIdx="1" clrIdx="0"/>
  <p:cmAuthor id="740" name="未知用户467" initials="未" lastIdx="3" clrIdx="1"/>
  <p:cmAuthor id="741" name="未知用户468" initials="未" lastIdx="1" clrIdx="0"/>
  <p:cmAuthor id="742" name="未知用户426" initials="未" lastIdx="1" clrIdx="0"/>
  <p:cmAuthor id="743" name="未知用户371" initials="未" lastIdx="1" clrIdx="1"/>
  <p:cmAuthor id="744" name="未知用户372" initials="未" lastIdx="1" clrIdx="0"/>
  <p:cmAuthor id="745" name="未知用户373" initials="未" lastIdx="8" clrIdx="0"/>
  <p:cmAuthor id="746" name="未知用户374" initials="未" lastIdx="2" clrIdx="0"/>
  <p:cmAuthor id="747" name="未知用户469" initials="未" lastIdx="1" clrIdx="0"/>
  <p:cmAuthor id="748" name="未知用户427" initials="未" lastIdx="8" clrIdx="0"/>
  <p:cmAuthor id="749" name="未知用户375" initials="未" lastIdx="8" clrIdx="0"/>
  <p:cmAuthor id="750" name="未知用户376" initials="未" lastIdx="1" clrIdx="0"/>
  <p:cmAuthor id="751" name="未知用户377" initials="未" lastIdx="1" clrIdx="0"/>
  <p:cmAuthor id="752" name="未知用户428" initials="未" lastIdx="8" clrIdx="0"/>
  <p:cmAuthor id="753" name="未知用户378" initials="未" lastIdx="1" clrIdx="0"/>
  <p:cmAuthor id="754" name="未知用户379" initials="未" lastIdx="1" clrIdx="0"/>
  <p:cmAuthor id="755" name="未知用户339" initials="未" lastIdx="1" clrIdx="0"/>
  <p:cmAuthor id="756" name="未知用户380" initials="未" lastIdx="10" clrIdx="0"/>
  <p:cmAuthor id="757" name="未知用户381" initials="未" lastIdx="1" clrIdx="0"/>
  <p:cmAuthor id="758" name="未知用户382" initials="未" lastIdx="1" clrIdx="0"/>
  <p:cmAuthor id="759" name="未知用户383" initials="未" lastIdx="1" clrIdx="0"/>
  <p:cmAuthor id="760" name="未知用户384" initials="未" lastIdx="1" clrIdx="0"/>
  <p:cmAuthor id="762" name="未知用户385" initials="未" lastIdx="2" clrIdx="0"/>
  <p:cmAuthor id="763" name="未知用户386" initials="未" lastIdx="1" clrIdx="1"/>
  <p:cmAuthor id="764" name="未知用户429" initials="未" lastIdx="1" clrIdx="0"/>
  <p:cmAuthor id="766" name="未知用户430" initials="未" lastIdx="2" clrIdx="0"/>
  <p:cmAuthor id="767" name="未知用户389" initials="未" lastIdx="1" clrIdx="0"/>
  <p:cmAuthor id="768" name="未知用户350" initials="未" lastIdx="1" clrIdx="0"/>
  <p:cmAuthor id="769" name="未知用户431" initials="未" lastIdx="1" clrIdx="0"/>
  <p:cmAuthor id="770" name="未知用户351" initials="未" lastIdx="8" clrIdx="0"/>
  <p:cmAuthor id="771" name="未知用户432" initials="未" lastIdx="1" clrIdx="0"/>
  <p:cmAuthor id="772" name="未知用户392" initials="未" lastIdx="1" clrIdx="0"/>
  <p:cmAuthor id="773" name="未知用户433" initials="未" lastIdx="1" clrIdx="0"/>
  <p:cmAuthor id="774" name="未知用户434" initials="未" lastIdx="1" clrIdx="0"/>
  <p:cmAuthor id="775" name="未知用户393" initials="未" lastIdx="11" clrIdx="0"/>
  <p:cmAuthor id="776" name="未知用户435" initials="未" lastIdx="7" clrIdx="1"/>
  <p:cmAuthor id="777" name="未知用户356" initials="未" lastIdx="1" clrIdx="2"/>
  <p:cmAuthor id="778" name="未知用户436" initials="未" lastIdx="1" clrIdx="0"/>
  <p:cmAuthor id="779" name="未知用户396" initials="未" lastIdx="1" clrIdx="0"/>
  <p:cmAuthor id="780" name="未知用户437" initials="未" lastIdx="1" clrIdx="1"/>
  <p:cmAuthor id="781" name="未知用户397" initials="未" lastIdx="1" clrIdx="0"/>
  <p:cmAuthor id="782" name="未知用户419" initials="未" lastIdx="1" clrIdx="0"/>
  <p:cmAuthor id="783" name="未知用户399" initials="未" lastIdx="2" clrIdx="0"/>
  <p:cmAuthor id="784" name="未知用户438" initials="未" lastIdx="7" clrIdx="1"/>
  <p:cmAuthor id="785" name="未知用户401" initials="未" lastIdx="43" clrIdx="1"/>
  <p:cmAuthor id="786" name="未知用户402" initials="未" lastIdx="1" clrIdx="0"/>
  <p:cmAuthor id="787" name="未知用户403" initials="未" lastIdx="1" clrIdx="0"/>
  <p:cmAuthor id="788" name="未知用户327" initials="未" lastIdx="1" clrIdx="0"/>
  <p:cmAuthor id="789" name="未知用户404" initials="未" lastIdx="1" clrIdx="0"/>
  <p:cmAuthor id="790" name="未知用户405" initials="未" lastIdx="1" clrIdx="0"/>
  <p:cmAuthor id="791" name="未知用户439" initials="未" lastIdx="2" clrIdx="0"/>
  <p:cmAuthor id="792" name="未知用户406" initials="未" lastIdx="0" clrIdx="0"/>
  <p:cmAuthor id="793" name="未知用户440" initials="未" lastIdx="1" clrIdx="0"/>
  <p:cmAuthor id="794" name="未知用户441" initials="未" lastIdx="1" clrIdx="0"/>
  <p:cmAuthor id="795" name="未知用户442" initials="未" lastIdx="1" clrIdx="0"/>
  <p:cmAuthor id="796" name="未知用户409" initials="未" lastIdx="2" clrIdx="2"/>
  <p:cmAuthor id="191251543" name="王娟" initials="1" lastIdx="1" clrIdx="31"/>
  <p:cmAuthor id="691587976" name="贾云雁" initials="贾" lastIdx="2" clrIdx="330"/>
  <p:cmAuthor id="529" name="孟令坤" initials="MLK" lastIdx="9" clrIdx="528"/>
  <p:cmAuthor id="708433799" name="Fei （Philip）" initials="F（" lastIdx="1" clrIdx="518"/>
  <p:cmAuthor id="822" name="张 青山" initials="张" lastIdx="6" clrIdx="545"/>
  <p:cmAuthor id="823" name="张青山" initials="张青山" lastIdx="1" clrIdx="546"/>
  <p:cmAuthor id="834" name="进 揭" initials="进" lastIdx="1" clrIdx="87"/>
  <p:cmAuthor id="843" name="10015046" initials="1" lastIdx="1" clrIdx="842"/>
  <p:cmAuthor id="846" name="未知用户271" initials="未" lastIdx="1" clrIdx="0"/>
  <p:cmAuthor id="847" name="未知用户388" initials="未" lastIdx="1" clrIdx="0"/>
  <p:cmAuthor id="849" name="未知用户224" initials="未" lastIdx="5" clrIdx="0"/>
  <p:cmAuthor id="850" name="jesschin" initials="j" lastIdx="1" clrIdx="510"/>
  <p:cmAuthor id="856" name="未知用户259" initials="未" lastIdx="1" clrIdx="0"/>
  <p:cmAuthor id="864" name="未知用户270" initials="未" lastIdx="1" clrIdx="0"/>
  <p:cmAuthor id="866" name="USER631805" initials="U" lastIdx="1" clrIdx="865"/>
  <p:cmAuthor id="868" name="俊呈 賴" initials="俊" lastIdx="2" clrIdx="87"/>
  <p:cmAuthor id="871" name="Nero" initials="N" lastIdx="2" clrIdx="0"/>
  <p:cmAuthor id="872" name="yifan song" initials="y" lastIdx="1" clrIdx="85"/>
  <p:cmAuthor id="876" name="莊安君" initials="莊" lastIdx="1" clrIdx="65"/>
  <p:cmAuthor id="879" name="陳建璋" initials="陳" lastIdx="2" clrIdx="85"/>
  <p:cmAuthor id="880" name="建璋" initials="建" lastIdx="1" clrIdx="86"/>
  <p:cmAuthor id="882" name="77482" initials="7" lastIdx="2" clrIdx="548"/>
  <p:cmAuthor id="883" name="未知用户265" initials="未" lastIdx="2" clrIdx="0"/>
  <p:cmAuthor id="884" name="未知用户267" initials="未" lastIdx="1" clrIdx="0"/>
  <p:cmAuthor id="887" name="未知用户241" initials="未" lastIdx="0" clrIdx="1"/>
  <p:cmAuthor id="888" name="未知用户242" initials="未" lastIdx="3" clrIdx="0"/>
  <p:cmAuthor id="29922660" name="杨强" initials="杨" lastIdx="0" clrIdx="0"/>
  <p:cmAuthor id="29922661" name="檀晟 陈" initials="檀晟" lastIdx="1" clrIdx="10"/>
  <p:cmAuthor id="890" name="未知用户227" initials="未" lastIdx="1" clrIdx="0"/>
  <p:cmAuthor id="891" name="未知用户298" initials="未" lastIdx="1" clrIdx="0"/>
  <p:cmAuthor id="892" name="未知用户299" initials="未" lastIdx="1" clrIdx="0"/>
  <p:cmAuthor id="894" name="未知用户302" initials="未" lastIdx="1" clrIdx="0"/>
  <p:cmAuthor id="898" name="許詩婕" initials="許" lastIdx="1" clrIdx="1"/>
  <p:cmAuthor id="900" name="minil" initials="m" lastIdx="4" clrIdx="589"/>
  <p:cmAuthor id="901" name="15106" initials="1" lastIdx="4" clrIdx="0"/>
  <p:cmAuthor id="903" name="赵 璐" initials="赵" lastIdx="4" clrIdx="0"/>
  <p:cmAuthor id="904" name="Zhu, Hawk" initials="Z" lastIdx="1" clrIdx="0"/>
  <p:cmAuthor id="905" name="tanjp" initials="t" lastIdx="0" clrIdx="491"/>
  <p:cmAuthor id="906" name="YS" initials="Y" lastIdx="1" clrIdx="86"/>
  <p:cmAuthor id="910" name="Jdi" initials="J" lastIdx="0" clrIdx="0"/>
  <p:cmAuthor id="911" name="未知用户337" initials="未" lastIdx="1" clrIdx="0"/>
  <p:cmAuthor id="912" name="未知用户239" initials="未" lastIdx="3" clrIdx="0"/>
  <p:cmAuthor id="913" name="chenmh" initials="c" lastIdx="1" clrIdx="85"/>
  <p:cmAuthor id="914" name="CVTEr" initials="C" lastIdx="1" clrIdx="0"/>
  <p:cmAuthor id="915" name="June C" initials="J" lastIdx="1" clrIdx="4"/>
  <p:cmAuthor id="916" name="00270" initials="0" lastIdx="1" clrIdx="0"/>
  <p:cmAuthor id="917" name="IBM_USER" initials="I" lastIdx="4" clrIdx="1"/>
  <p:cmAuthor id="918" name="aa" initials="a" lastIdx="10" clrIdx="9"/>
  <p:cmAuthor id="919" name="shinevin liu" initials="s" lastIdx="1" clrIdx="3"/>
  <p:cmAuthor id="920" name="Davidpeng" initials="D" lastIdx="1" clrIdx="10"/>
  <p:cmAuthor id="921" name="dbc" initials="d" lastIdx="2" clrIdx="0"/>
  <p:cmAuthor id="922" name="吴军影" initials="吴" lastIdx="10" clrIdx="0"/>
  <p:cmAuthor id="923" name="冯学沛" initials="冯" lastIdx="1" clrIdx="1"/>
  <p:cmAuthor id="924" name="杨 超" initials="杨" lastIdx="1" clrIdx="3"/>
  <p:cmAuthor id="926" name="Rex" initials="R" lastIdx="0" clrIdx="0"/>
  <p:cmAuthor id="211" name="未知的使用者76" initials="未" lastIdx="1" clrIdx="0"/>
  <p:cmAuthor id="229" name="未知的使用者168" initials="未" lastIdx="1" clrIdx="0"/>
  <p:cmAuthor id="47245822" name="ma jialin" initials="mj" lastIdx="1" clrIdx="41"/>
  <p:cmAuthor id="495" name="未知的使用者214" initials="未" lastIdx="1" clrIdx="2"/>
  <p:cmAuthor id="479997760" name="Daigy" initials="D" lastIdx="1" clrIdx="622"/>
  <p:cmAuthor id="526" name="张婷婷" initials="c" lastIdx="1" clrIdx="525"/>
  <p:cmAuthor id="528" name="cs" initials="x" lastIdx="3" clrIdx="527"/>
  <p:cmAuthor id="530" name="11794" initials="1" lastIdx="1" clrIdx="529"/>
  <p:cmAuthor id="533" name="hmwang" initials="dsc" lastIdx="2" clrIdx="532"/>
  <p:cmAuthor id="538" name="未知的使用者216" initials="未" lastIdx="1" clrIdx="0"/>
  <p:cmAuthor id="539" name="allnu" initials="a" lastIdx="1" clrIdx="538"/>
  <p:cmAuthor id="542" name="未知的使用者137" initials="未" lastIdx="1" clrIdx="0"/>
  <p:cmAuthor id="543" name="heweia@digiwin.com" initials="h" lastIdx="1" clrIdx="86"/>
  <p:cmAuthor id="544" name="MM" initials="M" lastIdx="2" clrIdx="87"/>
  <p:cmAuthor id="545" name="dell" initials="d" lastIdx="1" clrIdx="544"/>
  <p:cmAuthor id="546" name="未知用户220" initials="未" lastIdx="1" clrIdx="0"/>
  <p:cmAuthor id="547" name="super" initials="s" lastIdx="1" clrIdx="546"/>
  <p:cmAuthor id="549" name="zhuzy" initials="z" lastIdx="1" clrIdx="548"/>
  <p:cmAuthor id="550" name="方婷婷" initials="方" lastIdx="1" clrIdx="549"/>
  <p:cmAuthor id="552" name="未知用户313" initials="未" lastIdx="2" clrIdx="0"/>
  <p:cmAuthor id="554" name="未知用户190" initials="未" lastIdx="1" clrIdx="1"/>
  <p:cmAuthor id="555" name="HAUWEI" initials="H" lastIdx="1" clrIdx="554"/>
  <p:cmAuthor id="556" name="ThinkPad" initials="T" lastIdx="1" clrIdx="555"/>
  <p:cmAuthor id="602" name="未知用户289" initials="未" lastIdx="1" clrIdx="0"/>
  <p:cmAuthor id="644" name="一桶木头屑" initials="一" lastIdx="1" clrIdx="643"/>
  <p:cmAuthor id="646" name="尚宇翔" initials="尚" lastIdx="1" clrIdx="645"/>
  <p:cmAuthor id="648" name="Heyhx" initials="H" lastIdx="1" clrIdx="647"/>
  <p:cmAuthor id="49837067" name="刘浩" initials="刘" lastIdx="180431" clrIdx="0"/>
  <p:cmAuthor id="49837068" name="Vivian Liu" initials="VL" lastIdx="1" clrIdx="1"/>
  <p:cmAuthor id="49837069" name="李 富岩" initials="李" lastIdx="3" clrIdx="10"/>
  <p:cmAuthor id="672" name="未知用户245" initials="未" lastIdx="10" clrIdx="0"/>
  <p:cmAuthor id="675" name="未知用户387" initials="未" lastIdx="1" clrIdx="0"/>
  <p:cmAuthor id="678" name="未知的使用者221" initials="未" lastIdx="1" clrIdx="0"/>
  <p:cmAuthor id="679" name="未知的使用者222" initials="未" lastIdx="5" clrIdx="1"/>
  <p:cmAuthor id="683" name="未知用户217" initials="未" lastIdx="1" clrIdx="0"/>
  <p:cmAuthor id="684" name="cai yan" initials="cy" lastIdx="1" clrIdx="511"/>
  <p:cmAuthor id="688" name="Unknown User80" initials="U" lastIdx="1" clrIdx="0"/>
  <p:cmAuthor id="689" name="cy" initials="c" lastIdx="1" clrIdx="76"/>
  <p:cmAuthor id="693" name="lxm" initials="l" lastIdx="1" clrIdx="413"/>
  <p:cmAuthor id="698" name="陳珮琪" initials="陳珮琪" lastIdx="1" clrIdx="188"/>
  <p:cmAuthor id="699" name="未知用户277" initials="未" lastIdx="1" clrIdx="1"/>
  <p:cmAuthor id="702" name="Tome" initials="T" lastIdx="1" clrIdx="85"/>
  <p:cmAuthor id="704" name="未知的使用者97" initials="未" lastIdx="8" clrIdx="0"/>
  <p:cmAuthor id="705" name="未知用户301" initials="未" lastIdx="1" clrIdx="0"/>
  <p:cmAuthor id="707" name="未知用户308" initials="未" lastIdx="1" clrIdx="0"/>
  <p:cmAuthor id="708" name="未知用户309" initials="未" lastIdx="8" clrIdx="0"/>
  <p:cmAuthor id="709" name="未知用户249" initials="未" lastIdx="1" clrIdx="0"/>
  <p:cmAuthor id="710" name="Stacy Chiang" initials="S" lastIdx="2" clrIdx="0"/>
  <p:cmAuthor id="716" name="chen hui" initials="c" lastIdx="1" clrIdx="87"/>
  <p:cmAuthor id="717" name="未知用户244" initials="未" lastIdx="1" clrIdx="0"/>
  <p:cmAuthor id="722" name="未知用户276" initials="未" lastIdx="8" clrIdx="0"/>
  <p:cmAuthor id="761" name="未知用户294" initials="未" lastIdx="8" clrIdx="0"/>
  <p:cmAuthor id="765" name="未知用户348" initials="未" lastIdx="1" clrIdx="0"/>
  <p:cmAuthor id="325" name="zhangzhongmin" initials="zhangzhongmin" lastIdx="1" clrIdx="324"/>
  <p:cmAuthor id="658" name="Think" initials="T" lastIdx="6" clrIdx="3"/>
  <p:cmAuthor id="425" name="Kent" initials="K" lastIdx="2" clrIdx="0"/>
  <p:cmAuthor id="320" name="刘晓杨" initials="刘" lastIdx="2" clrIdx="319"/>
  <p:cmAuthor id="691587977" name="DELL" initials="D" lastIdx="1" clrIdx="354"/>
  <p:cmAuthor id="691587979" name="Chen Qian/PHY Research &amp; Standard Lab /SRC-Beijing/Staff Engineer/Samsung Electronics" initials="CQR&amp;SL/EE" lastIdx="6" clrIdx="356"/>
  <p:cmAuthor id="691587980" name="zzheng" initials="ZZ" lastIdx="1" clrIdx="357"/>
  <p:cmAuthor id="47245823" name="刘海娜|liuhaina" initials="W用" lastIdx="1" clrIdx="36"/>
  <p:cmAuthor id="829" name="未知用户471" initials="未" lastIdx="1" clrIdx="0"/>
  <p:cmAuthor id="830" name="未知用户472" initials="未" lastIdx="1" clrIdx="0"/>
  <p:cmAuthor id="831" name="未知用户473" initials="未" lastIdx="4" clrIdx="0"/>
  <p:cmAuthor id="835" name="未知用户475" initials="未" lastIdx="0" clrIdx="0"/>
  <p:cmAuthor id="836" name="未知用户476" initials="未" lastIdx="1" clrIdx="0"/>
  <p:cmAuthor id="838" name="未知用户489" initials="未" lastIdx="1" clrIdx="0"/>
  <p:cmAuthor id="839" name="未知用户488" initials="未" lastIdx="10" clrIdx="0"/>
  <p:cmAuthor id="840" name="未知用户490" initials="未" lastIdx="1" clrIdx="0"/>
  <p:cmAuthor id="841" name="未知用户477" initials="未" lastIdx="2" clrIdx="0"/>
  <p:cmAuthor id="842" name="未知用户478" initials="未" lastIdx="1" clrIdx="0"/>
  <p:cmAuthor id="844" name="未知用户480" initials="未" lastIdx="1" clrIdx="0"/>
  <p:cmAuthor id="845" name="未知用户481" initials="未" lastIdx="10" clrIdx="0"/>
  <p:cmAuthor id="848" name="未知用户484" initials="未" lastIdx="1" clrIdx="0"/>
  <p:cmAuthor id="854" name="未知用户487" initials="未" lastIdx="0" clrIdx="0"/>
  <p:cmAuthor id="861" name="seki" initials="s" lastIdx="1" clrIdx="0"/>
  <p:cmAuthor id="761297653" name="马苑铭" initials="马" lastIdx="1" clrIdx="657"/>
  <p:cmAuthor id="216" name="Xiaosu Wang" initials="X" lastIdx="1" clrIdx="24"/>
  <p:cmAuthor id="47245824" name="goforever814" initials="g" lastIdx="1" clrIdx="34"/>
  <p:cmAuthor id="513" name="admin" initials="a" lastIdx="1" clrIdx="512"/>
  <p:cmAuthor id="517" name="未知用户189" initials="未" lastIdx="2" clrIdx="0"/>
  <p:cmAuthor id="632" name="gj" initials="g" lastIdx="1" clrIdx="631"/>
  <p:cmAuthor id="635" name="姚丽娟" initials="姚" lastIdx="2" clrIdx="634"/>
  <p:cmAuthor id="645" name="黄鸣宇" initials="黄" lastIdx="2" clrIdx="644"/>
  <p:cmAuthor id="647" name="baixiwei" initials="bxw" lastIdx="1" clrIdx="646"/>
  <p:cmAuthor id="49837071" name="YY" initials="Y" lastIdx="1" clrIdx="176"/>
  <p:cmAuthor id="691" name="未知用户407" initials="未" lastIdx="1" clrIdx="0"/>
  <p:cmAuthor id="692" name="未知用户398" initials="未" lastIdx="1" clrIdx="0"/>
  <p:cmAuthor id="694" name="未知用户400" initials="未" lastIdx="2" clrIdx="0"/>
  <p:cmAuthor id="695" name="PC" initials="P" lastIdx="4" clrIdx="0"/>
  <p:cmAuthor id="697" name="未知用户421" initials="未" lastIdx="1" clrIdx="0"/>
  <p:cmAuthor id="691587978" name="罗平_QfY3MnyU" initials="authorId_1512265542" lastIdx="0" clrIdx="0"/>
  <p:cmAuthor id="862" name="guoshasha@hq.cmcc" initials="guoshasha" lastIdx="1" clrIdx="861"/>
  <p:cmAuthor id="536" name="张靓霖" initials="c" lastIdx="1" clrIdx="535"/>
  <p:cmAuthor id="664583236" name="sunqi" initials="s" lastIdx="3" clrIdx="643"/>
  <p:cmAuthor id="512" name="Ohayolanda" initials="O" lastIdx="9" clrIdx="511"/>
  <p:cmAuthor id="514" name="41586" initials="4" lastIdx="1" clrIdx="513"/>
  <p:cmAuthor id="523" name="王森" initials="王" lastIdx="1" clrIdx="522"/>
  <p:cmAuthor id="1613144314" name="王新尧" initials="王" lastIdx="2" clrIdx="2"/>
  <p:cmAuthor id="1613144315" name="Shadow" initials="S" lastIdx="1" clrIdx="3"/>
  <p:cmAuthor id="1613144316" name="军豪 李" initials="军豪" lastIdx="1" clrIdx="6"/>
  <p:cmAuthor id="1191" name="李宇鹏" initials="李" lastIdx="10" clrIdx="4"/>
  <p:cmAuthor id="598473415" name="未知用户1" initials="未知用户1" lastIdx="5" clrIdx="5"/>
  <p:cmAuthor id="233746470" name="大攀" initials="大" lastIdx="1" clrIdx="661"/>
  <p:cmAuthor id="475196946" name="王 成岩" initials="王" lastIdx="1" clrIdx="23"/>
  <p:cmAuthor id="475196947" name="陶夏溦" initials="陶夏溦" lastIdx="1" clrIdx="46"/>
  <p:cmAuthor id="897" name="lc" initials="lc" lastIdx="1" clrIdx="896"/>
  <p:cmAuthor id="297012924" name="任智杰" initials="任" lastIdx="2" clrIdx="361"/>
  <p:cmAuthor id="280030417" name="桃豆豆" initials="桃" lastIdx="2" clrIdx="867"/>
  <p:cmAuthor id="422153560" name="天天" initials="天" lastIdx="1" clrIdx="848"/>
  <p:cmAuthor id="1658617813" name="郑重" initials="郑" lastIdx="11" clrIdx="360"/>
  <p:cmAuthor id="689587467" name="骑猪南下" initials="骑" lastIdx="1" clrIdx="325"/>
  <p:cmAuthor id="1104652860" name="小粟勺" initials="小" lastIdx="1" clrIdx="651"/>
  <p:cmAuthor id="200109804" name="糕酥...●—●" initials="糕" lastIdx="2" clrIdx="367"/>
  <p:cmAuthor id="594133692" name="Guuuu" initials="G" lastIdx="1" clrIdx="548"/>
  <p:cmAuthor id="49837070" name="伟哥" initials="伟哥" lastIdx="1" clrIdx="138"/>
  <p:cmAuthor id="49837072" name="朗 月" initials="朗" lastIdx="3" clrIdx="208"/>
  <p:cmAuthor id="610" name="11839" initials="1" lastIdx="1" clrIdx="609"/>
  <p:cmAuthor id="519" name="未知用户131" initials="未" lastIdx="1" clrIdx="2"/>
  <p:cmAuthor id="520" name="未知用户132" initials="未" lastIdx="1" clrIdx="0"/>
  <p:cmAuthor id="615" name="GYD" initials="G" lastIdx="1" clrIdx="614"/>
  <p:cmAuthor id="558964236" name="qyke" initials="q" lastIdx="1" clrIdx="640"/>
  <p:cmAuthor id="867" name="zhangbai" initials="z" lastIdx="1" clrIdx="866"/>
  <p:cmAuthor id="886" name="张因然10112423" initials="1" lastIdx="1" clrIdx="885"/>
  <p:cmAuthor id="899" name="jinpengcheng" initials="j" lastIdx="1" clrIdx="898"/>
  <p:cmAuthor id="595510092" name="乐燕" initials="乐" lastIdx="1" clrIdx="647"/>
  <p:cmAuthor id="908" name="10285279" initials="1" lastIdx="1" clrIdx="907"/>
  <p:cmAuthor id="925" name="董艺萱00344473" initials="董艺萱003444" lastIdx="11" clrIdx="924"/>
  <p:cmAuthor id="298849478" name="因心化十" initials="因" lastIdx="4" clrIdx="333"/>
  <p:cmAuthor id="501" name="Alex" initials="A" lastIdx="1" clrIdx="500"/>
  <p:cmAuthor id="258699233" name="永月墨夜" initials="永" lastIdx="1" clrIdx="790"/>
  <p:cmAuthor id="631" name="岳晓丽" initials="岳" lastIdx="1" clrIdx="630"/>
  <p:cmAuthor id="454263480" name="Sying" initials="S" lastIdx="1" clrIdx="622"/>
  <p:cmAuthor id="654" name="EDY" initials="E" lastIdx="1" clrIdx="653"/>
  <p:cmAuthor id="677" name="未知用户354" initials="未" lastIdx="1" clrIdx="0"/>
  <p:cmAuthor id="873" name="00332340" initials="0" lastIdx="1" clrIdx="872"/>
  <p:cmAuthor id="874" name="00260515" initials="HRP" lastIdx="1" clrIdx="873"/>
  <p:cmAuthor id="409" name="王宇" initials="1" lastIdx="1" clrIdx="408"/>
  <p:cmAuthor id="860" name="yq_yaoxin@bj.cmcc" initials="yq_yaoxin@bj.cmcc" lastIdx="1" clrIdx="859"/>
  <p:cmAuthor id="889" name="10024885" initials="1" lastIdx="2" clrIdx="888"/>
  <p:cmAuthor id="893" name="10181267" initials="1" lastIdx="2" clrIdx="892"/>
  <p:cmAuthor id="895" name="10009993" initials="1" lastIdx="1" clrIdx="894"/>
  <p:cmAuthor id="896" name="10278788" initials="1" lastIdx="1" clrIdx="392"/>
  <p:cmAuthor id="902" name="10225611" initials="1" lastIdx="1" clrIdx="901"/>
  <p:cmAuthor id="928" name="10270505" initials="1" lastIdx="1" clrIdx="927"/>
  <p:cmAuthor id="929" name="10145512" initials="1" lastIdx="1" clrIdx="928"/>
  <p:cmAuthor id="932" name="10225041" initials="1" lastIdx="1" clrIdx="931"/>
  <p:cmAuthor id="933" name="00158845" initials="0" lastIdx="1" clrIdx="932"/>
  <p:cmAuthor id="934" name="00242950" initials="0" lastIdx="2" clrIdx="933"/>
  <p:cmAuthor id="942" name="10096786" initials="1" lastIdx="1" clrIdx="941"/>
  <p:cmAuthor id="953" name="10078316" initials="1" lastIdx="1" clrIdx="952"/>
  <p:cmAuthor id="680" name="10344322" initials="1" lastIdx="1" clrIdx="679"/>
  <p:cmAuthor id="394525610" name="罗 罗" initials="罗" lastIdx="1" clrIdx="37"/>
  <p:cmAuthor id="649" name="cy yang" initials="c" lastIdx="4" clrIdx="353"/>
  <p:cmAuthor id="653" name="Ting Li-CMCC" initials="T" lastIdx="1" clrIdx="643"/>
  <p:cmAuthor id="656" name="454659240@qq.com" initials="4" lastIdx="4" clrIdx="7"/>
  <p:cmAuthor id="659" name="qijf" initials="q" lastIdx="2" clrIdx="658"/>
  <p:cmAuthor id="433092339" name="孙奇正" initials="孙" lastIdx="2" clrIdx="858"/>
  <p:cmAuthor id="1581460648" name="蕾蕾" initials="蕾" lastIdx="5" clrIdx="623"/>
  <p:cmAuthor id="1581460649" name="童 哲" initials="童" lastIdx="2" clrIdx="191251538"/>
  <p:cmAuthor id="1237256983" name="Saul" initials="S" lastIdx="1" clrIdx="73"/>
  <p:cmAuthor id="516" name="未知的使用者206" initials="未" lastIdx="1" clrIdx="0"/>
  <p:cmAuthor id="537" name="未知的使用者158" initials="未" lastIdx="1" clrIdx="0"/>
  <p:cmAuthor id="541" name="未知的使用者166" initials="未" lastIdx="8" clrIdx="0"/>
  <p:cmAuthor id="708433800" name="zhengyinxiang" initials="zhengyx" lastIdx="1" clrIdx="708433799"/>
  <p:cmAuthor id="551" name="Unknown User24" initials="U" lastIdx="1" clrIdx="0"/>
  <p:cmAuthor id="1007139437" name="王红" initials="王" lastIdx="1" clrIdx="907"/>
  <p:cmAuthor id="643" name="未知用户358" initials="未" lastIdx="1" clrIdx="0"/>
  <p:cmAuthor id="655" name="张志云" initials="张" lastIdx="1" clrIdx="318"/>
  <p:cmAuthor id="49837073" name="sk" initials="s" lastIdx="1" clrIdx="735"/>
  <p:cmAuthor id="855" name="部室管理员/软件开发中心/总行机关/ABC" initials="部" lastIdx="1" clrIdx="5"/>
  <p:cmAuthor id="857" name="zilong.li" initials="z" lastIdx="4" clrIdx="0"/>
  <p:cmAuthor id="927" name="张晓燕(内蒙古巴彦淖尔)" initials="张" lastIdx="1" clrIdx="0"/>
  <p:cmAuthor id="937" name="Evander Wan" initials="E" lastIdx="7" clrIdx="1"/>
  <p:cmAuthor id="944" name="hh" initials="h" lastIdx="1" clrIdx="0"/>
  <p:cmAuthor id="948" name="Hope0187" initials="H" lastIdx="1" clrIdx="6"/>
  <p:cmAuthor id="949" name="daiyi06" initials="d" lastIdx="0" clrIdx="2"/>
  <p:cmAuthor id="951" name="James Conard" initials="J" lastIdx="3" clrIdx="0"/>
  <p:cmAuthor id="957" name="Cpic" initials="C" lastIdx="0" clrIdx="0"/>
  <p:cmAuthor id="960" name="刘 念" initials="刘" lastIdx="2" clrIdx="35"/>
  <p:cmAuthor id="961" name="Wangzhi gang" initials="W" lastIdx="1" clrIdx="0"/>
  <p:cmAuthor id="966" name="李柯然" initials="李" lastIdx="1" clrIdx="0"/>
  <p:cmAuthor id="967" name="LENOVO" initials="L" lastIdx="1" clrIdx="0"/>
  <p:cmAuthor id="969" name="王玉" initials="王" lastIdx="1" clrIdx="0"/>
  <p:cmAuthor id="970" name="Ming Zuo" initials="M" lastIdx="1" clrIdx="0"/>
  <p:cmAuthor id="974" name="dreamsummit" initials="d" lastIdx="1" clrIdx="0"/>
  <p:cmAuthor id="975" name="张 博" initials="张" lastIdx="1" clrIdx="0"/>
  <p:cmAuthor id="976" name="LS" initials="L" lastIdx="1" clrIdx="0"/>
  <p:cmAuthor id="977" name="McGlasson, Louise" initials="M" lastIdx="6" clrIdx="0"/>
  <p:cmAuthor id="978" name="Morgan, Aaron" initials="M" lastIdx="3" clrIdx="1"/>
  <p:cmAuthor id="979" name="weige" initials="w" lastIdx="2" clrIdx="0"/>
  <p:cmAuthor id="981" name="李 俊琦" initials="李" lastIdx="1" clrIdx="0"/>
  <p:cmAuthor id="982" name="沈 鹤" initials="沈" lastIdx="1" clrIdx="5"/>
  <p:cmAuthor id="983" name="jilin" initials="j" lastIdx="20" clrIdx="0"/>
  <p:cmAuthor id="984" name="王保青-pah" initials="王"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7" name="Maggie"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045"/>
        <p:guide pos="3829"/>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2" Type="http://schemas.openxmlformats.org/officeDocument/2006/relationships/theme" Target="../theme/theme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a:xfrm>
            <a:off x="-635" y="1871345"/>
            <a:ext cx="12224385" cy="2093595"/>
          </a:xfrm>
        </p:spPr>
        <p:txBody>
          <a:bodyPr>
            <a:noAutofit/>
          </a:bodyPr>
          <a:p>
            <a:r>
              <a:rPr lang="en-US" altLang="zh-CN" sz="5400">
                <a:effectLst/>
              </a:rPr>
              <a:t>Telecom AI Agent </a:t>
            </a:r>
            <a:br>
              <a:rPr lang="en-US" altLang="zh-CN" sz="5400">
                <a:effectLst/>
              </a:rPr>
            </a:br>
            <a:r>
              <a:rPr lang="en-US" altLang="zh-CN" sz="5400">
                <a:effectLst/>
              </a:rPr>
              <a:t> Use cases and Requirements</a:t>
            </a:r>
            <a:endParaRPr lang="en-US" altLang="zh-CN" sz="5400">
              <a:effectLst/>
            </a:endParaRPr>
          </a:p>
        </p:txBody>
      </p:sp>
      <p:sp>
        <p:nvSpPr>
          <p:cNvPr id="6" name="文本框 5"/>
          <p:cNvSpPr txBox="1"/>
          <p:nvPr/>
        </p:nvSpPr>
        <p:spPr>
          <a:xfrm>
            <a:off x="3703320" y="4421823"/>
            <a:ext cx="5080000" cy="460375"/>
          </a:xfrm>
          <a:prstGeom prst="rect">
            <a:avLst/>
          </a:prstGeom>
        </p:spPr>
        <p:txBody>
          <a:bodyPr>
            <a:spAutoFit/>
          </a:bodyPr>
          <a:p>
            <a:pPr marL="0" indent="0" algn="ctr">
              <a:spcBef>
                <a:spcPct val="0"/>
              </a:spcBef>
              <a:spcAft>
                <a:spcPct val="59000"/>
              </a:spcAft>
            </a:pPr>
            <a:r>
              <a:rPr lang="en-US" altLang="zh-CN" sz="2400" b="0" i="0">
                <a:solidFill>
                  <a:srgbClr val="212529"/>
                </a:solidFill>
                <a:latin typeface="Calibri" panose="020F0502020204030204" charset="0"/>
                <a:ea typeface="Inter"/>
                <a:cs typeface="Calibri" panose="020F0502020204030204" charset="0"/>
              </a:rPr>
              <a:t>Kehan Yao, China Mobile</a:t>
            </a:r>
            <a:endParaRPr lang="en-US" altLang="zh-CN" sz="2400" b="0" i="0">
              <a:solidFill>
                <a:srgbClr val="212529"/>
              </a:solidFill>
              <a:latin typeface="Calibri" panose="020F0502020204030204" charset="0"/>
              <a:ea typeface="Inter"/>
              <a:cs typeface="Calibri" panose="020F0502020204030204" charset="0"/>
            </a:endParaRPr>
          </a:p>
        </p:txBody>
      </p:sp>
      <p:sp>
        <p:nvSpPr>
          <p:cNvPr id="7" name="文本框 6"/>
          <p:cNvSpPr txBox="1"/>
          <p:nvPr/>
        </p:nvSpPr>
        <p:spPr>
          <a:xfrm>
            <a:off x="3703320" y="6099493"/>
            <a:ext cx="5080000" cy="368300"/>
          </a:xfrm>
          <a:prstGeom prst="rect">
            <a:avLst/>
          </a:prstGeom>
        </p:spPr>
        <p:txBody>
          <a:bodyPr>
            <a:spAutoFit/>
          </a:bodyPr>
          <a:p>
            <a:pPr marL="0" indent="0" algn="ctr">
              <a:spcBef>
                <a:spcPct val="0"/>
              </a:spcBef>
              <a:spcAft>
                <a:spcPct val="59000"/>
              </a:spcAft>
            </a:pPr>
            <a:r>
              <a:rPr lang="en-US" altLang="zh-CN" b="0" i="0">
                <a:solidFill>
                  <a:srgbClr val="212529"/>
                </a:solidFill>
                <a:latin typeface="Calibri" panose="020F0502020204030204" charset="0"/>
                <a:ea typeface="Inter"/>
                <a:cs typeface="Calibri" panose="020F0502020204030204" charset="0"/>
              </a:rPr>
              <a:t>IETF 124</a:t>
            </a:r>
            <a:endParaRPr lang="en-US" altLang="zh-CN" b="0" i="0">
              <a:solidFill>
                <a:srgbClr val="212529"/>
              </a:solidFill>
              <a:latin typeface="Calibri" panose="020F0502020204030204" charset="0"/>
              <a:ea typeface="Inter"/>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685" y="-4445"/>
            <a:ext cx="12211050" cy="94488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0" y="134620"/>
            <a:ext cx="1111377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sym typeface="+mn-ea"/>
              </a:rPr>
              <a:t>Holistic AI agent communication scenarios</a:t>
            </a:r>
            <a:r>
              <a:rPr lang="en-US" altLang="zh-CN" sz="4800" b="1" dirty="0">
                <a:solidFill>
                  <a:schemeClr val="bg1"/>
                </a:solidFill>
                <a:latin typeface="Calibri Light" panose="020F0302020204030204" pitchFamily="34" charset="0"/>
                <a:ea typeface="宋体" panose="02010600030101010101" pitchFamily="2" charset="-122"/>
              </a:rPr>
              <a:t> </a:t>
            </a:r>
            <a:endParaRPr lang="en-US" altLang="zh-CN" sz="4800" b="1" dirty="0">
              <a:solidFill>
                <a:schemeClr val="bg1"/>
              </a:solidFill>
              <a:latin typeface="Calibri Light" panose="020F0302020204030204" pitchFamily="34" charset="0"/>
              <a:ea typeface="宋体" panose="02010600030101010101" pitchFamily="2" charset="-122"/>
            </a:endParaRPr>
          </a:p>
        </p:txBody>
      </p:sp>
      <p:sp>
        <p:nvSpPr>
          <p:cNvPr id="11" name="矩形 10"/>
          <p:cNvSpPr/>
          <p:nvPr/>
        </p:nvSpPr>
        <p:spPr>
          <a:xfrm>
            <a:off x="3175" y="5059045"/>
            <a:ext cx="12189460" cy="1818640"/>
          </a:xfrm>
          <a:prstGeom prst="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grpSp>
        <p:nvGrpSpPr>
          <p:cNvPr id="45" name="组合 44"/>
          <p:cNvGrpSpPr/>
          <p:nvPr/>
        </p:nvGrpSpPr>
        <p:grpSpPr>
          <a:xfrm>
            <a:off x="732285" y="939800"/>
            <a:ext cx="10419949" cy="4119198"/>
            <a:chOff x="481" y="2456"/>
            <a:chExt cx="16409" cy="6290"/>
          </a:xfrm>
        </p:grpSpPr>
        <p:grpSp>
          <p:nvGrpSpPr>
            <p:cNvPr id="2" name="组合 1"/>
            <p:cNvGrpSpPr/>
            <p:nvPr/>
          </p:nvGrpSpPr>
          <p:grpSpPr>
            <a:xfrm>
              <a:off x="2693" y="2456"/>
              <a:ext cx="14198" cy="6290"/>
              <a:chOff x="1918" y="425"/>
              <a:chExt cx="15709" cy="10272"/>
            </a:xfrm>
          </p:grpSpPr>
          <p:cxnSp>
            <p:nvCxnSpPr>
              <p:cNvPr id="28" name="直接连接符 27"/>
              <p:cNvCxnSpPr>
                <a:endCxn id="19" idx="1"/>
              </p:cNvCxnSpPr>
              <p:nvPr/>
            </p:nvCxnSpPr>
            <p:spPr>
              <a:xfrm>
                <a:off x="9748" y="3378"/>
                <a:ext cx="4440" cy="1127"/>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sp>
            <p:nvSpPr>
              <p:cNvPr id="4" name="云形 3"/>
              <p:cNvSpPr/>
              <p:nvPr/>
            </p:nvSpPr>
            <p:spPr>
              <a:xfrm>
                <a:off x="7628" y="1324"/>
                <a:ext cx="4240" cy="2020"/>
              </a:xfrm>
              <a:prstGeom prst="cloud">
                <a:avLst/>
              </a:prstGeom>
              <a:solidFill>
                <a:schemeClr val="accent4">
                  <a:lumMod val="40000"/>
                  <a:lumOff val="60000"/>
                  <a:alpha val="43000"/>
                </a:schemeClr>
              </a:solidFill>
            </p:spPr>
            <p:style>
              <a:lnRef idx="2">
                <a:schemeClr val="accent4"/>
              </a:lnRef>
              <a:fillRef idx="2">
                <a:schemeClr val="accent4"/>
              </a:fillRef>
              <a:effectRef idx="0">
                <a:srgbClr val="FFFFFF"/>
              </a:effectRef>
              <a:fontRef idx="minor">
                <a:schemeClr val="lt1"/>
              </a:fontRef>
            </p:style>
            <p:txBody>
              <a:bodyPr rtlCol="0" anchor="ctr"/>
              <a:p>
                <a:pPr algn="ctr"/>
                <a:endParaRPr lang="zh-CN" altLang="en-US" sz="2000" b="1"/>
              </a:p>
            </p:txBody>
          </p:sp>
          <p:sp>
            <p:nvSpPr>
              <p:cNvPr id="10" name="文本框 9"/>
              <p:cNvSpPr txBox="1"/>
              <p:nvPr/>
            </p:nvSpPr>
            <p:spPr>
              <a:xfrm>
                <a:off x="8470" y="1540"/>
                <a:ext cx="2557" cy="994"/>
              </a:xfrm>
              <a:prstGeom prst="rect">
                <a:avLst/>
              </a:prstGeom>
              <a:noFill/>
            </p:spPr>
            <p:txBody>
              <a:bodyPr wrap="square" rtlCol="0">
                <a:spAutoFit/>
              </a:bodyPr>
              <a:p>
                <a:pPr algn="ctr"/>
                <a:r>
                  <a:rPr lang="en-US" sz="2000" b="1"/>
                  <a:t>OTT X</a:t>
                </a:r>
                <a:endParaRPr lang="en-US" sz="2000" b="1"/>
              </a:p>
            </p:txBody>
          </p:sp>
          <p:grpSp>
            <p:nvGrpSpPr>
              <p:cNvPr id="33" name="组合 32"/>
              <p:cNvGrpSpPr/>
              <p:nvPr/>
            </p:nvGrpSpPr>
            <p:grpSpPr>
              <a:xfrm>
                <a:off x="9268" y="6519"/>
                <a:ext cx="4174" cy="1938"/>
                <a:chOff x="8721" y="6544"/>
                <a:chExt cx="4174" cy="1938"/>
              </a:xfrm>
            </p:grpSpPr>
            <p:sp>
              <p:nvSpPr>
                <p:cNvPr id="7" name="椭圆 6"/>
                <p:cNvSpPr/>
                <p:nvPr/>
              </p:nvSpPr>
              <p:spPr>
                <a:xfrm>
                  <a:off x="8721" y="6544"/>
                  <a:ext cx="4174" cy="1938"/>
                </a:xfrm>
                <a:prstGeom prst="ellipse">
                  <a:avLst/>
                </a:prstGeom>
                <a:solidFill>
                  <a:schemeClr val="accent1">
                    <a:lumMod val="40000"/>
                    <a:lumOff val="60000"/>
                  </a:schemeClr>
                </a:soli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b="1">
                    <a:sym typeface="+mn-ea"/>
                  </a:endParaRPr>
                </a:p>
              </p:txBody>
            </p:sp>
            <p:sp>
              <p:nvSpPr>
                <p:cNvPr id="9" name="文本框 8"/>
                <p:cNvSpPr txBox="1"/>
                <p:nvPr/>
              </p:nvSpPr>
              <p:spPr>
                <a:xfrm>
                  <a:off x="9529" y="6800"/>
                  <a:ext cx="2557" cy="994"/>
                </a:xfrm>
                <a:prstGeom prst="rect">
                  <a:avLst/>
                </a:prstGeom>
                <a:noFill/>
              </p:spPr>
              <p:txBody>
                <a:bodyPr wrap="square" rtlCol="0">
                  <a:spAutoFit/>
                </a:bodyPr>
                <a:p>
                  <a:pPr algn="ctr"/>
                  <a:r>
                    <a:rPr lang="en-US" altLang="zh-CN" sz="2000" b="1"/>
                    <a:t>Operator B</a:t>
                  </a:r>
                  <a:endParaRPr lang="en-US" altLang="zh-CN" sz="2000" b="1"/>
                </a:p>
              </p:txBody>
            </p:sp>
          </p:grpSp>
          <p:grpSp>
            <p:nvGrpSpPr>
              <p:cNvPr id="29" name="组合 28"/>
              <p:cNvGrpSpPr/>
              <p:nvPr/>
            </p:nvGrpSpPr>
            <p:grpSpPr>
              <a:xfrm>
                <a:off x="2574" y="4581"/>
                <a:ext cx="4174" cy="1938"/>
                <a:chOff x="1283" y="4407"/>
                <a:chExt cx="4174" cy="1938"/>
              </a:xfrm>
            </p:grpSpPr>
            <p:sp>
              <p:nvSpPr>
                <p:cNvPr id="6" name="椭圆 5"/>
                <p:cNvSpPr/>
                <p:nvPr/>
              </p:nvSpPr>
              <p:spPr>
                <a:xfrm>
                  <a:off x="1283" y="4407"/>
                  <a:ext cx="4174" cy="1938"/>
                </a:xfrm>
                <a:prstGeom prst="ellipse">
                  <a:avLst/>
                </a:prstGeom>
                <a:solidFill>
                  <a:schemeClr val="accent5">
                    <a:lumMod val="40000"/>
                    <a:lumOff val="60000"/>
                    <a:alpha val="69000"/>
                  </a:schemeClr>
                </a:solidFill>
              </p:spPr>
              <p:style>
                <a:lnRef idx="2">
                  <a:schemeClr val="lt1"/>
                </a:lnRef>
                <a:fillRef idx="1">
                  <a:schemeClr val="accent1"/>
                </a:fillRef>
                <a:effectRef idx="1">
                  <a:schemeClr val="accent1"/>
                </a:effectRef>
                <a:fontRef idx="minor">
                  <a:schemeClr val="lt1"/>
                </a:fontRef>
              </p:style>
              <p:txBody>
                <a:bodyPr rtlCol="0" anchor="ctr"/>
                <a:p>
                  <a:pPr algn="ctr"/>
                  <a:endParaRPr lang="zh-CN" altLang="en-US" sz="2000" b="1"/>
                </a:p>
              </p:txBody>
            </p:sp>
            <p:sp>
              <p:nvSpPr>
                <p:cNvPr id="8" name="文本框 7"/>
                <p:cNvSpPr txBox="1"/>
                <p:nvPr/>
              </p:nvSpPr>
              <p:spPr>
                <a:xfrm>
                  <a:off x="2019" y="4691"/>
                  <a:ext cx="2557" cy="994"/>
                </a:xfrm>
                <a:prstGeom prst="rect">
                  <a:avLst/>
                </a:prstGeom>
                <a:noFill/>
              </p:spPr>
              <p:txBody>
                <a:bodyPr wrap="square" rtlCol="0">
                  <a:spAutoFit/>
                </a:bodyPr>
                <a:p>
                  <a:pPr algn="ctr"/>
                  <a:r>
                    <a:rPr lang="en-US" altLang="zh-CN" sz="2000" b="1"/>
                    <a:t>Operator A</a:t>
                  </a:r>
                  <a:endParaRPr lang="en-US" altLang="zh-CN" sz="2000" b="1"/>
                </a:p>
              </p:txBody>
            </p:sp>
          </p:grpSp>
          <p:pic>
            <p:nvPicPr>
              <p:cNvPr id="14" name="图片 13"/>
              <p:cNvPicPr>
                <a:picLocks noChangeAspect="1"/>
              </p:cNvPicPr>
              <p:nvPr/>
            </p:nvPicPr>
            <p:blipFill>
              <a:blip r:embed="rId1"/>
              <a:stretch>
                <a:fillRect/>
              </a:stretch>
            </p:blipFill>
            <p:spPr>
              <a:xfrm>
                <a:off x="2193" y="6519"/>
                <a:ext cx="1189" cy="1115"/>
              </a:xfrm>
              <a:prstGeom prst="rect">
                <a:avLst/>
              </a:prstGeom>
            </p:spPr>
          </p:pic>
          <p:pic>
            <p:nvPicPr>
              <p:cNvPr id="15" name="图片 14"/>
              <p:cNvPicPr>
                <a:picLocks noChangeAspect="1"/>
              </p:cNvPicPr>
              <p:nvPr/>
            </p:nvPicPr>
            <p:blipFill>
              <a:blip r:embed="rId1"/>
              <a:stretch>
                <a:fillRect/>
              </a:stretch>
            </p:blipFill>
            <p:spPr>
              <a:xfrm>
                <a:off x="5061" y="6814"/>
                <a:ext cx="1189" cy="1115"/>
              </a:xfrm>
              <a:prstGeom prst="rect">
                <a:avLst/>
              </a:prstGeom>
            </p:spPr>
          </p:pic>
          <p:pic>
            <p:nvPicPr>
              <p:cNvPr id="16" name="图片 15"/>
              <p:cNvPicPr>
                <a:picLocks noChangeAspect="1"/>
              </p:cNvPicPr>
              <p:nvPr/>
            </p:nvPicPr>
            <p:blipFill>
              <a:blip r:embed="rId1"/>
              <a:stretch>
                <a:fillRect/>
              </a:stretch>
            </p:blipFill>
            <p:spPr>
              <a:xfrm>
                <a:off x="11341" y="8600"/>
                <a:ext cx="1189" cy="1115"/>
              </a:xfrm>
              <a:prstGeom prst="rect">
                <a:avLst/>
              </a:prstGeom>
            </p:spPr>
          </p:pic>
          <p:pic>
            <p:nvPicPr>
              <p:cNvPr id="17" name="图片 16"/>
              <p:cNvPicPr>
                <a:picLocks noChangeAspect="1"/>
              </p:cNvPicPr>
              <p:nvPr/>
            </p:nvPicPr>
            <p:blipFill>
              <a:blip r:embed="rId1"/>
              <a:stretch>
                <a:fillRect/>
              </a:stretch>
            </p:blipFill>
            <p:spPr>
              <a:xfrm>
                <a:off x="6115" y="425"/>
                <a:ext cx="1189" cy="1115"/>
              </a:xfrm>
              <a:prstGeom prst="rect">
                <a:avLst/>
              </a:prstGeom>
            </p:spPr>
          </p:pic>
          <p:pic>
            <p:nvPicPr>
              <p:cNvPr id="18" name="图片 17"/>
              <p:cNvPicPr>
                <a:picLocks noChangeAspect="1"/>
              </p:cNvPicPr>
              <p:nvPr/>
            </p:nvPicPr>
            <p:blipFill>
              <a:blip r:embed="rId1"/>
              <a:stretch>
                <a:fillRect/>
              </a:stretch>
            </p:blipFill>
            <p:spPr>
              <a:xfrm>
                <a:off x="12003" y="439"/>
                <a:ext cx="1189" cy="1115"/>
              </a:xfrm>
              <a:prstGeom prst="rect">
                <a:avLst/>
              </a:prstGeom>
            </p:spPr>
          </p:pic>
          <p:sp>
            <p:nvSpPr>
              <p:cNvPr id="19" name="云形 18"/>
              <p:cNvSpPr/>
              <p:nvPr/>
            </p:nvSpPr>
            <p:spPr>
              <a:xfrm>
                <a:off x="12895" y="2967"/>
                <a:ext cx="2585" cy="1540"/>
              </a:xfrm>
              <a:prstGeom prst="cloud">
                <a:avLst/>
              </a:prstGeom>
              <a:solidFill>
                <a:schemeClr val="accent3">
                  <a:lumMod val="20000"/>
                  <a:lumOff val="80000"/>
                  <a:alpha val="43000"/>
                </a:schemeClr>
              </a:solidFill>
              <a:ln>
                <a:solidFill>
                  <a:schemeClr val="accent3"/>
                </a:solidFill>
              </a:ln>
            </p:spPr>
            <p:style>
              <a:lnRef idx="2">
                <a:schemeClr val="accent4"/>
              </a:lnRef>
              <a:fillRef idx="2">
                <a:schemeClr val="accent4"/>
              </a:fillRef>
              <a:effectRef idx="0">
                <a:srgbClr val="FFFFFF"/>
              </a:effectRef>
              <a:fontRef idx="minor">
                <a:schemeClr val="lt1"/>
              </a:fontRef>
            </p:style>
            <p:txBody>
              <a:bodyPr rtlCol="0" anchor="ctr"/>
              <a:p>
                <a:pPr algn="ctr"/>
                <a:endParaRPr lang="zh-CN" altLang="en-US" sz="2000" b="1"/>
              </a:p>
            </p:txBody>
          </p:sp>
          <p:sp>
            <p:nvSpPr>
              <p:cNvPr id="20" name="文本框 19"/>
              <p:cNvSpPr txBox="1"/>
              <p:nvPr/>
            </p:nvSpPr>
            <p:spPr>
              <a:xfrm>
                <a:off x="12802" y="3033"/>
                <a:ext cx="2557" cy="994"/>
              </a:xfrm>
              <a:prstGeom prst="rect">
                <a:avLst/>
              </a:prstGeom>
              <a:noFill/>
            </p:spPr>
            <p:txBody>
              <a:bodyPr wrap="square" rtlCol="0">
                <a:spAutoFit/>
              </a:bodyPr>
              <a:p>
                <a:pPr algn="ctr"/>
                <a:r>
                  <a:rPr lang="en-US" sz="2000" b="1"/>
                  <a:t>OTT Y</a:t>
                </a:r>
                <a:endParaRPr lang="en-US" sz="2000" b="1"/>
              </a:p>
            </p:txBody>
          </p:sp>
          <p:sp>
            <p:nvSpPr>
              <p:cNvPr id="21" name="文本框 20"/>
              <p:cNvSpPr txBox="1"/>
              <p:nvPr/>
            </p:nvSpPr>
            <p:spPr>
              <a:xfrm>
                <a:off x="14149" y="4921"/>
                <a:ext cx="2723" cy="1519"/>
              </a:xfrm>
              <a:prstGeom prst="rect">
                <a:avLst/>
              </a:prstGeom>
              <a:noFill/>
            </p:spPr>
            <p:txBody>
              <a:bodyPr wrap="square" rtlCol="0">
                <a:noAutofit/>
              </a:bodyPr>
              <a:p>
                <a:pPr algn="ctr"/>
                <a:r>
                  <a:rPr lang="en-US" altLang="zh-CN" sz="2000" b="1">
                    <a:solidFill>
                      <a:srgbClr val="0070C0"/>
                    </a:solidFill>
                  </a:rPr>
                  <a:t>Application</a:t>
                </a:r>
                <a:endParaRPr lang="en-US" altLang="zh-CN" sz="2000" b="1">
                  <a:solidFill>
                    <a:srgbClr val="0070C0"/>
                  </a:solidFill>
                </a:endParaRPr>
              </a:p>
              <a:p>
                <a:pPr algn="ctr"/>
                <a:r>
                  <a:rPr lang="en-US" altLang="zh-CN" sz="2000" b="1">
                    <a:solidFill>
                      <a:srgbClr val="0070C0"/>
                    </a:solidFill>
                  </a:rPr>
                  <a:t>Tools Service</a:t>
                </a:r>
                <a:endParaRPr lang="en-US" altLang="zh-CN" sz="2000" b="1">
                  <a:solidFill>
                    <a:srgbClr val="0070C0"/>
                  </a:solidFill>
                </a:endParaRPr>
              </a:p>
            </p:txBody>
          </p:sp>
          <p:pic>
            <p:nvPicPr>
              <p:cNvPr id="22" name="图片 21"/>
              <p:cNvPicPr>
                <a:picLocks noChangeAspect="1"/>
              </p:cNvPicPr>
              <p:nvPr/>
            </p:nvPicPr>
            <p:blipFill>
              <a:blip r:embed="rId2"/>
              <a:stretch>
                <a:fillRect/>
              </a:stretch>
            </p:blipFill>
            <p:spPr>
              <a:xfrm>
                <a:off x="13698" y="7279"/>
                <a:ext cx="996" cy="945"/>
              </a:xfrm>
              <a:prstGeom prst="rect">
                <a:avLst/>
              </a:prstGeom>
            </p:spPr>
          </p:pic>
          <p:cxnSp>
            <p:nvCxnSpPr>
              <p:cNvPr id="23" name="直接连接符 22"/>
              <p:cNvCxnSpPr/>
              <p:nvPr/>
            </p:nvCxnSpPr>
            <p:spPr>
              <a:xfrm flipV="1">
                <a:off x="6748" y="3342"/>
                <a:ext cx="3000" cy="2208"/>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cxnSp>
            <p:nvCxnSpPr>
              <p:cNvPr id="24" name="直接连接符 23"/>
              <p:cNvCxnSpPr>
                <a:stCxn id="6" idx="6"/>
                <a:endCxn id="7" idx="0"/>
              </p:cNvCxnSpPr>
              <p:nvPr/>
            </p:nvCxnSpPr>
            <p:spPr>
              <a:xfrm>
                <a:off x="6748" y="5550"/>
                <a:ext cx="4607" cy="969"/>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cxnSp>
            <p:nvCxnSpPr>
              <p:cNvPr id="25" name="直接连接符 24"/>
              <p:cNvCxnSpPr>
                <a:stCxn id="19" idx="1"/>
                <a:endCxn id="7" idx="0"/>
              </p:cNvCxnSpPr>
              <p:nvPr/>
            </p:nvCxnSpPr>
            <p:spPr>
              <a:xfrm flipH="1">
                <a:off x="11355" y="4505"/>
                <a:ext cx="2833" cy="2014"/>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cxnSp>
            <p:nvCxnSpPr>
              <p:cNvPr id="26" name="直接连接符 25"/>
              <p:cNvCxnSpPr>
                <a:stCxn id="19" idx="1"/>
                <a:endCxn id="6" idx="6"/>
              </p:cNvCxnSpPr>
              <p:nvPr/>
            </p:nvCxnSpPr>
            <p:spPr>
              <a:xfrm flipH="1">
                <a:off x="6748" y="4505"/>
                <a:ext cx="7440" cy="1045"/>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cxnSp>
            <p:nvCxnSpPr>
              <p:cNvPr id="27" name="直接连接符 26"/>
              <p:cNvCxnSpPr>
                <a:stCxn id="4" idx="1"/>
                <a:endCxn id="7" idx="0"/>
              </p:cNvCxnSpPr>
              <p:nvPr/>
            </p:nvCxnSpPr>
            <p:spPr>
              <a:xfrm>
                <a:off x="9748" y="3342"/>
                <a:ext cx="1607" cy="3177"/>
              </a:xfrm>
              <a:prstGeom prst="line">
                <a:avLst/>
              </a:prstGeom>
              <a:ln>
                <a:solidFill>
                  <a:schemeClr val="bg1">
                    <a:lumMod val="75000"/>
                  </a:schemeClr>
                </a:solidFill>
              </a:ln>
            </p:spPr>
            <p:style>
              <a:lnRef idx="3">
                <a:schemeClr val="accent1"/>
              </a:lnRef>
              <a:fillRef idx="0">
                <a:srgbClr val="FFFFFF"/>
              </a:fillRef>
              <a:effectRef idx="0">
                <a:srgbClr val="FFFFFF"/>
              </a:effectRef>
              <a:fontRef idx="minor">
                <a:schemeClr val="tx1"/>
              </a:fontRef>
            </p:style>
          </p:cxnSp>
          <p:pic>
            <p:nvPicPr>
              <p:cNvPr id="30" name="图片 29"/>
              <p:cNvPicPr>
                <a:picLocks noChangeAspect="1"/>
              </p:cNvPicPr>
              <p:nvPr/>
            </p:nvPicPr>
            <p:blipFill>
              <a:blip r:embed="rId3"/>
              <a:stretch>
                <a:fillRect/>
              </a:stretch>
            </p:blipFill>
            <p:spPr>
              <a:xfrm>
                <a:off x="15720" y="1970"/>
                <a:ext cx="750" cy="660"/>
              </a:xfrm>
              <a:prstGeom prst="rect">
                <a:avLst/>
              </a:prstGeom>
            </p:spPr>
          </p:pic>
          <p:pic>
            <p:nvPicPr>
              <p:cNvPr id="31" name="图片 30"/>
              <p:cNvPicPr>
                <a:picLocks noChangeAspect="1"/>
              </p:cNvPicPr>
              <p:nvPr/>
            </p:nvPicPr>
            <p:blipFill>
              <a:blip r:embed="rId3"/>
              <a:stretch>
                <a:fillRect/>
              </a:stretch>
            </p:blipFill>
            <p:spPr>
              <a:xfrm>
                <a:off x="15720" y="3541"/>
                <a:ext cx="750" cy="660"/>
              </a:xfrm>
              <a:prstGeom prst="rect">
                <a:avLst/>
              </a:prstGeom>
            </p:spPr>
          </p:pic>
          <p:sp>
            <p:nvSpPr>
              <p:cNvPr id="32" name="文本框 31"/>
              <p:cNvSpPr txBox="1"/>
              <p:nvPr/>
            </p:nvSpPr>
            <p:spPr>
              <a:xfrm>
                <a:off x="15359" y="2515"/>
                <a:ext cx="2267" cy="994"/>
              </a:xfrm>
              <a:prstGeom prst="rect">
                <a:avLst/>
              </a:prstGeom>
              <a:noFill/>
            </p:spPr>
            <p:txBody>
              <a:bodyPr wrap="square" rtlCol="0">
                <a:spAutoFit/>
              </a:bodyPr>
              <a:p>
                <a:pPr algn="ctr"/>
                <a:r>
                  <a:rPr lang="en-US" altLang="zh-CN" sz="2000" b="1"/>
                  <a:t>Tool y_1</a:t>
                </a:r>
                <a:endParaRPr lang="en-US" altLang="zh-CN" sz="2000" b="1"/>
              </a:p>
            </p:txBody>
          </p:sp>
          <p:sp>
            <p:nvSpPr>
              <p:cNvPr id="34" name="文本框 33"/>
              <p:cNvSpPr txBox="1"/>
              <p:nvPr/>
            </p:nvSpPr>
            <p:spPr>
              <a:xfrm>
                <a:off x="15360" y="4017"/>
                <a:ext cx="2267" cy="994"/>
              </a:xfrm>
              <a:prstGeom prst="rect">
                <a:avLst/>
              </a:prstGeom>
              <a:noFill/>
            </p:spPr>
            <p:txBody>
              <a:bodyPr wrap="square" rtlCol="0">
                <a:spAutoFit/>
              </a:bodyPr>
              <a:p>
                <a:pPr algn="ctr"/>
                <a:r>
                  <a:rPr lang="en-US" altLang="zh-CN" sz="2000" b="1"/>
                  <a:t>Tool y_2</a:t>
                </a:r>
                <a:endParaRPr lang="en-US" altLang="zh-CN" sz="2000" b="1"/>
              </a:p>
            </p:txBody>
          </p:sp>
          <p:sp>
            <p:nvSpPr>
              <p:cNvPr id="35" name="文本框 34"/>
              <p:cNvSpPr txBox="1"/>
              <p:nvPr/>
            </p:nvSpPr>
            <p:spPr>
              <a:xfrm>
                <a:off x="13442" y="8325"/>
                <a:ext cx="1608" cy="994"/>
              </a:xfrm>
              <a:prstGeom prst="rect">
                <a:avLst/>
              </a:prstGeom>
              <a:noFill/>
            </p:spPr>
            <p:txBody>
              <a:bodyPr wrap="square" rtlCol="0">
                <a:spAutoFit/>
              </a:bodyPr>
              <a:p>
                <a:pPr algn="ctr"/>
                <a:r>
                  <a:rPr lang="en-US" altLang="zh-CN" sz="2000" b="1"/>
                  <a:t>User</a:t>
                </a:r>
                <a:endParaRPr lang="en-US" altLang="zh-CN" sz="2000" b="1"/>
              </a:p>
            </p:txBody>
          </p:sp>
          <p:sp>
            <p:nvSpPr>
              <p:cNvPr id="36" name="文本框 35"/>
              <p:cNvSpPr txBox="1"/>
              <p:nvPr/>
            </p:nvSpPr>
            <p:spPr>
              <a:xfrm>
                <a:off x="11027" y="9703"/>
                <a:ext cx="1970" cy="994"/>
              </a:xfrm>
              <a:prstGeom prst="rect">
                <a:avLst/>
              </a:prstGeom>
              <a:noFill/>
            </p:spPr>
            <p:txBody>
              <a:bodyPr wrap="square" rtlCol="0">
                <a:spAutoFit/>
              </a:bodyPr>
              <a:p>
                <a:pPr algn="ctr"/>
                <a:r>
                  <a:rPr lang="en-US" altLang="zh-CN" sz="2000" b="1"/>
                  <a:t>Agent</a:t>
                </a:r>
                <a:endParaRPr lang="en-US" altLang="zh-CN" sz="2000" b="1"/>
              </a:p>
            </p:txBody>
          </p:sp>
          <p:sp>
            <p:nvSpPr>
              <p:cNvPr id="37" name="文本框 36"/>
              <p:cNvSpPr txBox="1"/>
              <p:nvPr/>
            </p:nvSpPr>
            <p:spPr>
              <a:xfrm>
                <a:off x="1918" y="7634"/>
                <a:ext cx="1970" cy="994"/>
              </a:xfrm>
              <a:prstGeom prst="rect">
                <a:avLst/>
              </a:prstGeom>
              <a:noFill/>
            </p:spPr>
            <p:txBody>
              <a:bodyPr wrap="square" rtlCol="0">
                <a:spAutoFit/>
              </a:bodyPr>
              <a:p>
                <a:pPr algn="ctr"/>
                <a:r>
                  <a:rPr lang="en-US" altLang="zh-CN" sz="2000" b="1"/>
                  <a:t>Agent</a:t>
                </a:r>
                <a:endParaRPr lang="en-US" altLang="zh-CN" sz="2000" b="1"/>
              </a:p>
            </p:txBody>
          </p:sp>
          <p:sp>
            <p:nvSpPr>
              <p:cNvPr id="38" name="文本框 37"/>
              <p:cNvSpPr txBox="1"/>
              <p:nvPr/>
            </p:nvSpPr>
            <p:spPr>
              <a:xfrm>
                <a:off x="4778" y="7877"/>
                <a:ext cx="1970" cy="994"/>
              </a:xfrm>
              <a:prstGeom prst="rect">
                <a:avLst/>
              </a:prstGeom>
              <a:noFill/>
            </p:spPr>
            <p:txBody>
              <a:bodyPr wrap="square" rtlCol="0">
                <a:spAutoFit/>
              </a:bodyPr>
              <a:p>
                <a:pPr algn="ctr"/>
                <a:r>
                  <a:rPr lang="en-US" altLang="zh-CN" sz="2000" b="1"/>
                  <a:t>Agent</a:t>
                </a:r>
                <a:endParaRPr lang="en-US" altLang="zh-CN" sz="2000" b="1"/>
              </a:p>
            </p:txBody>
          </p:sp>
          <p:sp>
            <p:nvSpPr>
              <p:cNvPr id="39" name="文本框 38"/>
              <p:cNvSpPr txBox="1"/>
              <p:nvPr/>
            </p:nvSpPr>
            <p:spPr>
              <a:xfrm>
                <a:off x="5751" y="1604"/>
                <a:ext cx="1970" cy="994"/>
              </a:xfrm>
              <a:prstGeom prst="rect">
                <a:avLst/>
              </a:prstGeom>
              <a:noFill/>
            </p:spPr>
            <p:txBody>
              <a:bodyPr wrap="square" rtlCol="0">
                <a:spAutoFit/>
              </a:bodyPr>
              <a:p>
                <a:pPr algn="ctr"/>
                <a:r>
                  <a:rPr lang="en-US" altLang="zh-CN" sz="2000" b="1"/>
                  <a:t>Agent</a:t>
                </a:r>
                <a:endParaRPr lang="en-US" altLang="zh-CN" sz="2000" b="1"/>
              </a:p>
            </p:txBody>
          </p:sp>
          <p:sp>
            <p:nvSpPr>
              <p:cNvPr id="40" name="文本框 39"/>
              <p:cNvSpPr txBox="1"/>
              <p:nvPr/>
            </p:nvSpPr>
            <p:spPr>
              <a:xfrm>
                <a:off x="11740" y="1490"/>
                <a:ext cx="1970" cy="994"/>
              </a:xfrm>
              <a:prstGeom prst="rect">
                <a:avLst/>
              </a:prstGeom>
              <a:noFill/>
            </p:spPr>
            <p:txBody>
              <a:bodyPr wrap="square" rtlCol="0">
                <a:spAutoFit/>
              </a:bodyPr>
              <a:p>
                <a:pPr algn="ctr"/>
                <a:r>
                  <a:rPr lang="en-US" altLang="zh-CN" sz="2000" b="1"/>
                  <a:t>Agent</a:t>
                </a:r>
                <a:endParaRPr lang="en-US" altLang="zh-CN" sz="2000" b="1"/>
              </a:p>
            </p:txBody>
          </p:sp>
          <p:sp>
            <p:nvSpPr>
              <p:cNvPr id="51" name="任意多边形 50"/>
              <p:cNvSpPr/>
              <p:nvPr/>
            </p:nvSpPr>
            <p:spPr>
              <a:xfrm>
                <a:off x="3271" y="6115"/>
                <a:ext cx="2169" cy="917"/>
              </a:xfrm>
              <a:custGeom>
                <a:avLst/>
                <a:gdLst>
                  <a:gd name="connisteX0" fmla="*/ 0 w 2082800"/>
                  <a:gd name="connsiteY0" fmla="*/ 736653 h 736653"/>
                  <a:gd name="connisteX1" fmla="*/ 946785 w 2082800"/>
                  <a:gd name="connsiteY1" fmla="*/ 53 h 736653"/>
                  <a:gd name="connisteX2" fmla="*/ 2082800 w 2082800"/>
                  <a:gd name="connsiteY2" fmla="*/ 704903 h 736653"/>
                </a:gdLst>
                <a:ahLst/>
                <a:cxnLst>
                  <a:cxn ang="0">
                    <a:pos x="connisteX0" y="connsiteY0"/>
                  </a:cxn>
                  <a:cxn ang="0">
                    <a:pos x="connisteX1" y="connsiteY1"/>
                  </a:cxn>
                  <a:cxn ang="0">
                    <a:pos x="connisteX2" y="connsiteY2"/>
                  </a:cxn>
                </a:cxnLst>
                <a:rect l="l" t="t" r="r" b="b"/>
                <a:pathLst>
                  <a:path w="2082800" h="736654">
                    <a:moveTo>
                      <a:pt x="0" y="736654"/>
                    </a:moveTo>
                    <a:cubicBezTo>
                      <a:pt x="166370" y="575364"/>
                      <a:pt x="530225" y="6404"/>
                      <a:pt x="946785" y="54"/>
                    </a:cubicBezTo>
                    <a:cubicBezTo>
                      <a:pt x="1363345" y="-6296"/>
                      <a:pt x="1874520" y="549329"/>
                      <a:pt x="2082800" y="704904"/>
                    </a:cubicBezTo>
                  </a:path>
                </a:pathLst>
              </a:custGeom>
              <a:noFill/>
              <a:ln>
                <a:headEnd type="triangle"/>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b="1"/>
              </a:p>
            </p:txBody>
          </p:sp>
          <p:sp>
            <p:nvSpPr>
              <p:cNvPr id="52" name="任意多边形 51"/>
              <p:cNvSpPr/>
              <p:nvPr/>
            </p:nvSpPr>
            <p:spPr>
              <a:xfrm>
                <a:off x="5353" y="5978"/>
                <a:ext cx="6287" cy="2767"/>
              </a:xfrm>
              <a:custGeom>
                <a:avLst/>
                <a:gdLst>
                  <a:gd name="connisteX0" fmla="*/ 431732 w 4094374"/>
                  <a:gd name="connsiteY0" fmla="*/ 779023 h 1746763"/>
                  <a:gd name="connisteX1" fmla="*/ 253297 w 4094374"/>
                  <a:gd name="connsiteY1" fmla="*/ 513 h 1746763"/>
                  <a:gd name="connisteX2" fmla="*/ 3524182 w 4094374"/>
                  <a:gd name="connsiteY2" fmla="*/ 884433 h 1746763"/>
                  <a:gd name="connisteX3" fmla="*/ 4092507 w 4094374"/>
                  <a:gd name="connsiteY3" fmla="*/ 1746763 h 1746763"/>
                </a:gdLst>
                <a:ahLst/>
                <a:cxnLst>
                  <a:cxn ang="0">
                    <a:pos x="connisteX0" y="connsiteY0"/>
                  </a:cxn>
                  <a:cxn ang="0">
                    <a:pos x="connisteX1" y="connsiteY1"/>
                  </a:cxn>
                  <a:cxn ang="0">
                    <a:pos x="connisteX2" y="connsiteY2"/>
                  </a:cxn>
                  <a:cxn ang="0">
                    <a:pos x="connisteX3" y="connsiteY3"/>
                  </a:cxn>
                </a:cxnLst>
                <a:rect l="l" t="t" r="r" b="b"/>
                <a:pathLst>
                  <a:path w="4094375" h="1746764">
                    <a:moveTo>
                      <a:pt x="431732" y="779024"/>
                    </a:moveTo>
                    <a:cubicBezTo>
                      <a:pt x="330767" y="605669"/>
                      <a:pt x="-365193" y="-20441"/>
                      <a:pt x="253297" y="514"/>
                    </a:cubicBezTo>
                    <a:cubicBezTo>
                      <a:pt x="871787" y="21469"/>
                      <a:pt x="2756467" y="535184"/>
                      <a:pt x="3524182" y="884434"/>
                    </a:cubicBezTo>
                    <a:cubicBezTo>
                      <a:pt x="4291897" y="1233684"/>
                      <a:pt x="4044247" y="1591824"/>
                      <a:pt x="4092507" y="1746764"/>
                    </a:cubicBezTo>
                  </a:path>
                </a:pathLst>
              </a:custGeom>
              <a:noFill/>
              <a:ln>
                <a:solidFill>
                  <a:schemeClr val="accent6">
                    <a:lumMod val="75000"/>
                  </a:schemeClr>
                </a:solidFill>
                <a:headEnd type="triangle"/>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b="1"/>
              </a:p>
            </p:txBody>
          </p:sp>
          <p:sp>
            <p:nvSpPr>
              <p:cNvPr id="54" name="任意多边形 53"/>
              <p:cNvSpPr/>
              <p:nvPr/>
            </p:nvSpPr>
            <p:spPr>
              <a:xfrm>
                <a:off x="12104" y="7403"/>
                <a:ext cx="1830" cy="1458"/>
              </a:xfrm>
              <a:custGeom>
                <a:avLst/>
                <a:gdLst>
                  <a:gd name="connisteX0" fmla="*/ 56894 w 1161794"/>
                  <a:gd name="connsiteY0" fmla="*/ 925973 h 925973"/>
                  <a:gd name="connisteX1" fmla="*/ 120394 w 1161794"/>
                  <a:gd name="connsiteY1" fmla="*/ 31893 h 925973"/>
                  <a:gd name="connisteX2" fmla="*/ 1161794 w 1161794"/>
                  <a:gd name="connsiteY2" fmla="*/ 273828 h 925973"/>
                </a:gdLst>
                <a:ahLst/>
                <a:cxnLst>
                  <a:cxn ang="0">
                    <a:pos x="connisteX0" y="connsiteY0"/>
                  </a:cxn>
                  <a:cxn ang="0">
                    <a:pos x="connisteX1" y="connsiteY1"/>
                  </a:cxn>
                  <a:cxn ang="0">
                    <a:pos x="connisteX2" y="connsiteY2"/>
                  </a:cxn>
                </a:cxnLst>
                <a:rect l="l" t="t" r="r" b="b"/>
                <a:pathLst>
                  <a:path w="1161794" h="925974">
                    <a:moveTo>
                      <a:pt x="56894" y="925974"/>
                    </a:moveTo>
                    <a:cubicBezTo>
                      <a:pt x="48639" y="742459"/>
                      <a:pt x="-100586" y="162069"/>
                      <a:pt x="120394" y="31894"/>
                    </a:cubicBezTo>
                    <a:cubicBezTo>
                      <a:pt x="341374" y="-98281"/>
                      <a:pt x="954784" y="207789"/>
                      <a:pt x="1161794" y="273829"/>
                    </a:cubicBezTo>
                  </a:path>
                </a:pathLst>
              </a:custGeom>
              <a:noFill/>
              <a:ln>
                <a:solidFill>
                  <a:schemeClr val="accent4">
                    <a:lumMod val="75000"/>
                  </a:schemeClr>
                </a:solidFill>
                <a:headEnd type="triangle"/>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b="1"/>
              </a:p>
            </p:txBody>
          </p:sp>
          <p:sp>
            <p:nvSpPr>
              <p:cNvPr id="55" name="任意多边形 54"/>
              <p:cNvSpPr/>
              <p:nvPr/>
            </p:nvSpPr>
            <p:spPr>
              <a:xfrm>
                <a:off x="2965" y="1523"/>
                <a:ext cx="5121" cy="5169"/>
              </a:xfrm>
              <a:custGeom>
                <a:avLst/>
                <a:gdLst>
                  <a:gd name="connisteX0" fmla="*/ 0 w 3745481"/>
                  <a:gd name="connsiteY0" fmla="*/ 3282315 h 3282315"/>
                  <a:gd name="connisteX1" fmla="*/ 1704340 w 3745481"/>
                  <a:gd name="connsiteY1" fmla="*/ 2230120 h 3282315"/>
                  <a:gd name="connisteX2" fmla="*/ 3691890 w 3745481"/>
                  <a:gd name="connsiteY2" fmla="*/ 589280 h 3282315"/>
                  <a:gd name="connisteX3" fmla="*/ 3008630 w 3745481"/>
                  <a:gd name="connsiteY3" fmla="*/ 0 h 3282315"/>
                  <a:gd name="connisteX4" fmla="*/ 2808605 w 3745481"/>
                  <a:gd name="connsiteY4" fmla="*/ 0 h 3282315"/>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3745482" h="3282315">
                    <a:moveTo>
                      <a:pt x="0" y="3282315"/>
                    </a:moveTo>
                    <a:cubicBezTo>
                      <a:pt x="300990" y="3104515"/>
                      <a:pt x="965835" y="2768600"/>
                      <a:pt x="1704340" y="2230120"/>
                    </a:cubicBezTo>
                    <a:cubicBezTo>
                      <a:pt x="2442845" y="1691640"/>
                      <a:pt x="3430905" y="1035050"/>
                      <a:pt x="3691890" y="589280"/>
                    </a:cubicBezTo>
                    <a:cubicBezTo>
                      <a:pt x="3952875" y="143510"/>
                      <a:pt x="3185160" y="118110"/>
                      <a:pt x="3008630" y="0"/>
                    </a:cubicBezTo>
                  </a:path>
                </a:pathLst>
              </a:custGeom>
              <a:noFill/>
              <a:ln>
                <a:solidFill>
                  <a:schemeClr val="accent2"/>
                </a:solidFill>
                <a:headEnd type="triangle"/>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b="1"/>
              </a:p>
            </p:txBody>
          </p:sp>
          <p:sp>
            <p:nvSpPr>
              <p:cNvPr id="57" name="任意多边形 56"/>
              <p:cNvSpPr/>
              <p:nvPr/>
            </p:nvSpPr>
            <p:spPr>
              <a:xfrm>
                <a:off x="11689" y="3347"/>
                <a:ext cx="4452" cy="5397"/>
              </a:xfrm>
              <a:custGeom>
                <a:avLst/>
                <a:gdLst>
                  <a:gd name="connisteX0" fmla="*/ 251714 w 2892044"/>
                  <a:gd name="connsiteY0" fmla="*/ 3649080 h 3649080"/>
                  <a:gd name="connisteX1" fmla="*/ 125349 w 2892044"/>
                  <a:gd name="connsiteY1" fmla="*/ 2586725 h 3649080"/>
                  <a:gd name="connisteX2" fmla="*/ 1850644 w 2892044"/>
                  <a:gd name="connsiteY2" fmla="*/ 304535 h 3649080"/>
                  <a:gd name="connisteX3" fmla="*/ 2892044 w 2892044"/>
                  <a:gd name="connsiteY3" fmla="*/ 72760 h 3649080"/>
                </a:gdLst>
                <a:ahLst/>
                <a:cxnLst>
                  <a:cxn ang="0">
                    <a:pos x="connisteX0" y="connsiteY0"/>
                  </a:cxn>
                  <a:cxn ang="0">
                    <a:pos x="connisteX1" y="connsiteY1"/>
                  </a:cxn>
                  <a:cxn ang="0">
                    <a:pos x="connisteX2" y="connsiteY2"/>
                  </a:cxn>
                  <a:cxn ang="0">
                    <a:pos x="connisteX3" y="connsiteY3"/>
                  </a:cxn>
                </a:cxnLst>
                <a:rect l="l" t="t" r="r" b="b"/>
                <a:pathLst>
                  <a:path w="2892044" h="3649080">
                    <a:moveTo>
                      <a:pt x="251714" y="3649080"/>
                    </a:moveTo>
                    <a:cubicBezTo>
                      <a:pt x="192024" y="3482075"/>
                      <a:pt x="-194691" y="3255380"/>
                      <a:pt x="125349" y="2586725"/>
                    </a:cubicBezTo>
                    <a:cubicBezTo>
                      <a:pt x="445389" y="1918070"/>
                      <a:pt x="1297559" y="807455"/>
                      <a:pt x="1850644" y="304535"/>
                    </a:cubicBezTo>
                    <a:cubicBezTo>
                      <a:pt x="2403729" y="-198385"/>
                      <a:pt x="2718054" y="73395"/>
                      <a:pt x="2892044" y="72760"/>
                    </a:cubicBezTo>
                  </a:path>
                </a:pathLst>
              </a:custGeom>
              <a:noFill/>
              <a:ln>
                <a:headEnd type="triangle"/>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b="1"/>
              </a:p>
            </p:txBody>
          </p:sp>
        </p:grpSp>
        <p:pic>
          <p:nvPicPr>
            <p:cNvPr id="12" name="图片 11"/>
            <p:cNvPicPr>
              <a:picLocks noChangeAspect="1"/>
            </p:cNvPicPr>
            <p:nvPr/>
          </p:nvPicPr>
          <p:blipFill>
            <a:blip r:embed="rId3"/>
            <a:stretch>
              <a:fillRect/>
            </a:stretch>
          </p:blipFill>
          <p:spPr>
            <a:xfrm>
              <a:off x="4473" y="4768"/>
              <a:ext cx="678" cy="404"/>
            </a:xfrm>
            <a:prstGeom prst="rect">
              <a:avLst/>
            </a:prstGeom>
          </p:spPr>
        </p:pic>
        <p:pic>
          <p:nvPicPr>
            <p:cNvPr id="13" name="图片 12"/>
            <p:cNvPicPr>
              <a:picLocks noChangeAspect="1"/>
            </p:cNvPicPr>
            <p:nvPr/>
          </p:nvPicPr>
          <p:blipFill>
            <a:blip r:embed="rId3"/>
            <a:stretch>
              <a:fillRect/>
            </a:stretch>
          </p:blipFill>
          <p:spPr>
            <a:xfrm>
              <a:off x="3174" y="5015"/>
              <a:ext cx="678" cy="404"/>
            </a:xfrm>
            <a:prstGeom prst="rect">
              <a:avLst/>
            </a:prstGeom>
          </p:spPr>
        </p:pic>
        <p:sp>
          <p:nvSpPr>
            <p:cNvPr id="41" name="文本框 40"/>
            <p:cNvSpPr txBox="1"/>
            <p:nvPr/>
          </p:nvSpPr>
          <p:spPr>
            <a:xfrm>
              <a:off x="481" y="5415"/>
              <a:ext cx="2461" cy="930"/>
            </a:xfrm>
            <a:prstGeom prst="rect">
              <a:avLst/>
            </a:prstGeom>
            <a:noFill/>
          </p:spPr>
          <p:txBody>
            <a:bodyPr wrap="square" rtlCol="0">
              <a:noAutofit/>
            </a:bodyPr>
            <a:p>
              <a:pPr algn="ctr"/>
              <a:r>
                <a:rPr lang="en-US" altLang="zh-CN" sz="2000" b="1">
                  <a:solidFill>
                    <a:srgbClr val="0070C0"/>
                  </a:solidFill>
                </a:rPr>
                <a:t>Network</a:t>
              </a:r>
              <a:endParaRPr lang="en-US" altLang="zh-CN" sz="2000" b="1">
                <a:solidFill>
                  <a:srgbClr val="0070C0"/>
                </a:solidFill>
              </a:endParaRPr>
            </a:p>
            <a:p>
              <a:pPr algn="ctr"/>
              <a:r>
                <a:rPr lang="en-US" altLang="zh-CN" sz="2000" b="1">
                  <a:solidFill>
                    <a:srgbClr val="0070C0"/>
                  </a:solidFill>
                </a:rPr>
                <a:t>Tools Service</a:t>
              </a:r>
              <a:endParaRPr lang="en-US" altLang="zh-CN" sz="2000" b="1">
                <a:solidFill>
                  <a:srgbClr val="0070C0"/>
                </a:solidFill>
              </a:endParaRPr>
            </a:p>
          </p:txBody>
        </p:sp>
        <p:sp>
          <p:nvSpPr>
            <p:cNvPr id="42" name="文本框 41"/>
            <p:cNvSpPr txBox="1"/>
            <p:nvPr/>
          </p:nvSpPr>
          <p:spPr>
            <a:xfrm>
              <a:off x="1393" y="4681"/>
              <a:ext cx="2049" cy="609"/>
            </a:xfrm>
            <a:prstGeom prst="rect">
              <a:avLst/>
            </a:prstGeom>
            <a:noFill/>
          </p:spPr>
          <p:txBody>
            <a:bodyPr wrap="square" rtlCol="0">
              <a:spAutoFit/>
            </a:bodyPr>
            <a:p>
              <a:pPr algn="ctr"/>
              <a:r>
                <a:rPr lang="en-US" altLang="zh-CN" sz="2000" b="1"/>
                <a:t>Tool a_2</a:t>
              </a:r>
              <a:endParaRPr lang="en-US" altLang="zh-CN" sz="2000" b="1"/>
            </a:p>
          </p:txBody>
        </p:sp>
        <p:sp>
          <p:nvSpPr>
            <p:cNvPr id="43" name="文本框 42"/>
            <p:cNvSpPr txBox="1"/>
            <p:nvPr/>
          </p:nvSpPr>
          <p:spPr>
            <a:xfrm>
              <a:off x="3916" y="4140"/>
              <a:ext cx="2049" cy="609"/>
            </a:xfrm>
            <a:prstGeom prst="rect">
              <a:avLst/>
            </a:prstGeom>
            <a:noFill/>
          </p:spPr>
          <p:txBody>
            <a:bodyPr wrap="square" rtlCol="0">
              <a:spAutoFit/>
            </a:bodyPr>
            <a:p>
              <a:pPr algn="ctr"/>
              <a:r>
                <a:rPr lang="en-US" altLang="zh-CN" sz="2000" b="1"/>
                <a:t>Tool a_1</a:t>
              </a:r>
              <a:endParaRPr lang="en-US" altLang="zh-CN" sz="2000" b="1"/>
            </a:p>
          </p:txBody>
        </p:sp>
        <p:sp>
          <p:nvSpPr>
            <p:cNvPr id="44" name="任意多边形 43"/>
            <p:cNvSpPr/>
            <p:nvPr/>
          </p:nvSpPr>
          <p:spPr>
            <a:xfrm>
              <a:off x="3292" y="5210"/>
              <a:ext cx="1143" cy="1110"/>
            </a:xfrm>
            <a:custGeom>
              <a:avLst/>
              <a:gdLst>
                <a:gd name="connisteX0" fmla="*/ 0 w 725916"/>
                <a:gd name="connsiteY0" fmla="*/ 704850 h 704850"/>
                <a:gd name="connisteX1" fmla="*/ 715010 w 725916"/>
                <a:gd name="connsiteY1" fmla="*/ 294640 h 704850"/>
                <a:gd name="connisteX2" fmla="*/ 357505 w 725916"/>
                <a:gd name="connsiteY2" fmla="*/ 0 h 704850"/>
                <a:gd name="connisteX3" fmla="*/ 73025 w 725916"/>
                <a:gd name="connsiteY3" fmla="*/ -210185 h 704850"/>
              </a:gdLst>
              <a:ahLst/>
              <a:cxnLst>
                <a:cxn ang="0">
                  <a:pos x="connisteX0" y="connsiteY0"/>
                </a:cxn>
                <a:cxn ang="0">
                  <a:pos x="connisteX1" y="connsiteY1"/>
                </a:cxn>
                <a:cxn ang="0">
                  <a:pos x="connisteX2" y="connsiteY2"/>
                </a:cxn>
                <a:cxn ang="0">
                  <a:pos x="connisteX3" y="connsiteY3"/>
                </a:cxn>
              </a:cxnLst>
              <a:rect l="l" t="t" r="r" b="b"/>
              <a:pathLst>
                <a:path w="725916" h="704850">
                  <a:moveTo>
                    <a:pt x="0" y="704850"/>
                  </a:moveTo>
                  <a:cubicBezTo>
                    <a:pt x="149860" y="628650"/>
                    <a:pt x="643255" y="435610"/>
                    <a:pt x="715010" y="294640"/>
                  </a:cubicBezTo>
                  <a:cubicBezTo>
                    <a:pt x="786765" y="153670"/>
                    <a:pt x="485775" y="100965"/>
                    <a:pt x="357505" y="0"/>
                  </a:cubicBezTo>
                </a:path>
              </a:pathLst>
            </a:custGeom>
            <a:ln>
              <a:solidFill>
                <a:srgbClr val="7030A0"/>
              </a:solidFill>
              <a:headEnd type="triangle"/>
              <a:tailEnd type="triangle"/>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grpSp>
      <p:sp>
        <p:nvSpPr>
          <p:cNvPr id="46" name="文本框 45"/>
          <p:cNvSpPr txBox="1"/>
          <p:nvPr/>
        </p:nvSpPr>
        <p:spPr>
          <a:xfrm>
            <a:off x="-50165" y="4967605"/>
            <a:ext cx="8032750" cy="1937385"/>
          </a:xfrm>
          <a:prstGeom prst="rect">
            <a:avLst/>
          </a:prstGeom>
          <a:noFill/>
        </p:spPr>
        <p:txBody>
          <a:bodyPr wrap="square" rtlCol="0" anchor="t">
            <a:spAutoFit/>
          </a:bodyPr>
          <a:p>
            <a:pPr marL="285750" lvl="0" indent="-285750" fontAlgn="auto">
              <a:lnSpc>
                <a:spcPct val="120000"/>
              </a:lnSpc>
              <a:buFont typeface="Arial" panose="020B0604020202020204" pitchFamily="34" charset="0"/>
              <a:buChar char="•"/>
            </a:pPr>
            <a:r>
              <a:rPr lang="en-US" altLang="zh-CN" sz="2800" b="1">
                <a:sym typeface="+mn-ea"/>
              </a:rPr>
              <a:t>AI agent types:</a:t>
            </a:r>
            <a:endParaRPr lang="en-US" altLang="zh-CN" sz="2800" b="1">
              <a:sym typeface="+mn-ea"/>
            </a:endParaRPr>
          </a:p>
          <a:p>
            <a:pPr marL="742950" lvl="1" indent="-285750" fontAlgn="auto">
              <a:lnSpc>
                <a:spcPct val="120000"/>
              </a:lnSpc>
              <a:buFont typeface="Arial" panose="020B0604020202020204" pitchFamily="34" charset="0"/>
              <a:buChar char="•"/>
            </a:pPr>
            <a:r>
              <a:rPr lang="en-US" altLang="zh-CN" sz="2400">
                <a:sym typeface="+mn-ea"/>
              </a:rPr>
              <a:t>Agent in Apps. Provider: OTT, operator, third party, etc.</a:t>
            </a:r>
            <a:endParaRPr lang="en-US" altLang="zh-CN" sz="2400">
              <a:sym typeface="+mn-ea"/>
            </a:endParaRPr>
          </a:p>
          <a:p>
            <a:pPr marL="742950" lvl="1" indent="-285750" fontAlgn="auto">
              <a:lnSpc>
                <a:spcPct val="120000"/>
              </a:lnSpc>
              <a:buFont typeface="Arial" panose="020B0604020202020204" pitchFamily="34" charset="0"/>
              <a:buChar char="•"/>
            </a:pPr>
            <a:r>
              <a:rPr lang="en-US" altLang="zh-CN" sz="2400">
                <a:sym typeface="+mn-ea"/>
              </a:rPr>
              <a:t>Agent in UEs. Provider: phone vendor, robot vendor, etc.</a:t>
            </a:r>
            <a:endParaRPr lang="en-US" altLang="zh-CN" sz="2400">
              <a:sym typeface="+mn-ea"/>
            </a:endParaRPr>
          </a:p>
          <a:p>
            <a:pPr marL="742950" lvl="1" indent="-285750" fontAlgn="auto">
              <a:lnSpc>
                <a:spcPct val="120000"/>
              </a:lnSpc>
              <a:buFont typeface="Arial" panose="020B0604020202020204" pitchFamily="34" charset="0"/>
              <a:buChar char="•"/>
            </a:pPr>
            <a:r>
              <a:rPr lang="en-US" altLang="zh-CN" sz="2400">
                <a:sym typeface="+mn-ea"/>
              </a:rPr>
              <a:t>Agent in network. Provider: operator, OTT.</a:t>
            </a:r>
            <a:endParaRPr lang="zh-CN" altLang="en-US" sz="2400">
              <a:sym typeface="+mn-ea"/>
            </a:endParaRPr>
          </a:p>
        </p:txBody>
      </p:sp>
      <p:sp>
        <p:nvSpPr>
          <p:cNvPr id="47" name="文本框 46"/>
          <p:cNvSpPr txBox="1"/>
          <p:nvPr/>
        </p:nvSpPr>
        <p:spPr>
          <a:xfrm>
            <a:off x="8286115" y="5047615"/>
            <a:ext cx="3470910" cy="1494155"/>
          </a:xfrm>
          <a:prstGeom prst="rect">
            <a:avLst/>
          </a:prstGeom>
          <a:noFill/>
        </p:spPr>
        <p:txBody>
          <a:bodyPr wrap="square" rtlCol="0" anchor="t">
            <a:spAutoFit/>
          </a:bodyPr>
          <a:p>
            <a:pPr marL="285750" lvl="0" indent="-285750" fontAlgn="auto">
              <a:lnSpc>
                <a:spcPct val="120000"/>
              </a:lnSpc>
              <a:buFont typeface="Arial" panose="020B0604020202020204" pitchFamily="34" charset="0"/>
              <a:buChar char="•"/>
            </a:pPr>
            <a:r>
              <a:rPr lang="en-US" altLang="zh-CN" sz="2800" b="1">
                <a:sym typeface="+mn-ea"/>
              </a:rPr>
              <a:t>Tools types:</a:t>
            </a:r>
            <a:endParaRPr lang="en-US" altLang="zh-CN" sz="2800" b="1">
              <a:sym typeface="+mn-ea"/>
            </a:endParaRPr>
          </a:p>
          <a:p>
            <a:pPr marL="742950" lvl="1" indent="-285750" fontAlgn="auto">
              <a:lnSpc>
                <a:spcPct val="120000"/>
              </a:lnSpc>
              <a:buFont typeface="Arial" panose="020B0604020202020204" pitchFamily="34" charset="0"/>
              <a:buChar char="•"/>
            </a:pPr>
            <a:r>
              <a:rPr lang="en-US" altLang="zh-CN" sz="2400">
                <a:sym typeface="+mn-ea"/>
              </a:rPr>
              <a:t>Application tools. </a:t>
            </a:r>
            <a:endParaRPr lang="en-US" altLang="zh-CN" sz="2400">
              <a:sym typeface="+mn-ea"/>
            </a:endParaRPr>
          </a:p>
          <a:p>
            <a:pPr marL="742950" lvl="1" indent="-285750" fontAlgn="auto">
              <a:lnSpc>
                <a:spcPct val="120000"/>
              </a:lnSpc>
              <a:buFont typeface="Arial" panose="020B0604020202020204" pitchFamily="34" charset="0"/>
              <a:buChar char="•"/>
            </a:pPr>
            <a:r>
              <a:rPr lang="en-US" altLang="zh-CN" sz="2400">
                <a:sym typeface="+mn-ea"/>
              </a:rPr>
              <a:t>Network tools.</a:t>
            </a:r>
            <a:endParaRPr lang="en-US" altLang="zh-CN" sz="240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966470"/>
            <a:ext cx="12191365" cy="5784215"/>
          </a:xfrm>
          <a:prstGeom prst="rect">
            <a:avLst/>
          </a:prstGeom>
          <a:noFill/>
        </p:spPr>
        <p:txBody>
          <a:bodyPr wrap="square" rtlCol="0" anchor="t">
            <a:noAutofit/>
          </a:bodyPr>
          <a:p>
            <a:pPr marL="285750" lvl="0" indent="-285750" fontAlgn="auto">
              <a:lnSpc>
                <a:spcPct val="120000"/>
              </a:lnSpc>
              <a:buFont typeface="Arial" panose="020B0604020202020204" pitchFamily="34" charset="0"/>
              <a:buChar char="•"/>
            </a:pPr>
            <a:r>
              <a:rPr lang="en-US" altLang="zh-CN" sz="2400" b="1">
                <a:solidFill>
                  <a:schemeClr val="tx1"/>
                </a:solidFill>
              </a:rPr>
              <a:t>Ownership and Roles of AI agents:</a:t>
            </a:r>
            <a:endParaRPr lang="en-US" altLang="zh-CN" sz="2400" b="1">
              <a:solidFill>
                <a:schemeClr val="tx1"/>
              </a:solidFill>
            </a:endParaRPr>
          </a:p>
          <a:p>
            <a:pPr marL="742950" lvl="1" indent="-285750" fontAlgn="auto">
              <a:lnSpc>
                <a:spcPct val="120000"/>
              </a:lnSpc>
              <a:buFont typeface="Arial" panose="020B0604020202020204" pitchFamily="34" charset="0"/>
              <a:buChar char="•"/>
            </a:pPr>
            <a:r>
              <a:rPr lang="en-US" altLang="zh-CN" sz="2400" b="1">
                <a:solidFill>
                  <a:srgbClr val="C00000"/>
                </a:solidFill>
                <a:sym typeface="+mn-ea"/>
              </a:rPr>
              <a:t>OBO(On-behalf-of) User:</a:t>
            </a:r>
            <a:r>
              <a:rPr lang="en-US" altLang="zh-CN" sz="2400" b="1">
                <a:sym typeface="+mn-ea"/>
              </a:rPr>
              <a:t> </a:t>
            </a:r>
            <a:r>
              <a:rPr lang="en-US" altLang="zh-CN" sz="2400">
                <a:sym typeface="+mn-ea"/>
              </a:rPr>
              <a:t>the agent may require the authorization from user(s) to implement jobs for user(s). </a:t>
            </a:r>
            <a:endParaRPr lang="en-US" altLang="zh-CN" sz="2400" b="1">
              <a:sym typeface="+mn-ea"/>
            </a:endParaRPr>
          </a:p>
          <a:p>
            <a:pPr marL="742950" lvl="1" indent="-285750" fontAlgn="auto">
              <a:lnSpc>
                <a:spcPct val="120000"/>
              </a:lnSpc>
              <a:buFont typeface="Arial" panose="020B0604020202020204" pitchFamily="34" charset="0"/>
              <a:buChar char="•"/>
            </a:pPr>
            <a:r>
              <a:rPr lang="en-US" altLang="zh-CN" sz="2400" b="1">
                <a:solidFill>
                  <a:srgbClr val="C00000"/>
                </a:solidFill>
              </a:rPr>
              <a:t>OBO Agent Itself:</a:t>
            </a:r>
            <a:r>
              <a:rPr lang="en-US" altLang="zh-CN" sz="2400">
                <a:solidFill>
                  <a:srgbClr val="C00000"/>
                </a:solidFill>
              </a:rPr>
              <a:t> </a:t>
            </a:r>
            <a:r>
              <a:rPr lang="en-US" altLang="zh-CN" sz="2400">
                <a:solidFill>
                  <a:schemeClr val="tx1"/>
                </a:solidFill>
              </a:rPr>
              <a:t>the agent itself has indentity and implements jobs and represents itself.</a:t>
            </a:r>
            <a:endParaRPr lang="en-US" altLang="zh-CN" sz="2400">
              <a:solidFill>
                <a:schemeClr val="tx1"/>
              </a:solidFill>
            </a:endParaRPr>
          </a:p>
          <a:p>
            <a:pPr marL="742950" lvl="1" indent="-285750" fontAlgn="auto">
              <a:lnSpc>
                <a:spcPct val="120000"/>
              </a:lnSpc>
              <a:buFont typeface="Arial" panose="020B0604020202020204" pitchFamily="34" charset="0"/>
              <a:buChar char="•"/>
            </a:pPr>
            <a:r>
              <a:rPr lang="en-US" altLang="zh-CN" sz="2400" b="1">
                <a:solidFill>
                  <a:srgbClr val="C00000"/>
                </a:solidFill>
              </a:rPr>
              <a:t>OBO Other Agent(s):</a:t>
            </a:r>
            <a:r>
              <a:rPr lang="en-US" altLang="zh-CN" sz="2400">
                <a:solidFill>
                  <a:schemeClr val="tx1"/>
                </a:solidFill>
              </a:rPr>
              <a:t> the agent may represent other agents to implement some jobs, given that other agents may not have the capabilities to implement the jobs.</a:t>
            </a:r>
            <a:endParaRPr lang="en-US" altLang="zh-CN" sz="2400">
              <a:solidFill>
                <a:schemeClr val="tx1"/>
              </a:solidFill>
            </a:endParaRPr>
          </a:p>
          <a:p>
            <a:pPr marL="285750" lvl="0" indent="-285750" fontAlgn="auto">
              <a:lnSpc>
                <a:spcPct val="120000"/>
              </a:lnSpc>
              <a:buFont typeface="Arial" panose="020B0604020202020204" pitchFamily="34" charset="0"/>
              <a:buChar char="•"/>
            </a:pPr>
            <a:r>
              <a:rPr lang="en-US" altLang="zh-CN" sz="2400" b="1">
                <a:solidFill>
                  <a:schemeClr val="tx1"/>
                </a:solidFill>
              </a:rPr>
              <a:t>Domain:</a:t>
            </a:r>
            <a:endParaRPr lang="en-US" altLang="zh-CN" sz="2400" b="1">
              <a:solidFill>
                <a:schemeClr val="tx1"/>
              </a:solidFill>
            </a:endParaRPr>
          </a:p>
          <a:p>
            <a:pPr marL="742950" lvl="1" indent="-285750" fontAlgn="auto">
              <a:lnSpc>
                <a:spcPct val="120000"/>
              </a:lnSpc>
              <a:buFont typeface="Arial" panose="020B0604020202020204" pitchFamily="34" charset="0"/>
              <a:buChar char="•"/>
            </a:pPr>
            <a:r>
              <a:rPr lang="en-US" altLang="zh-CN" sz="2400" b="1">
                <a:solidFill>
                  <a:schemeClr val="tx1"/>
                </a:solidFill>
              </a:rPr>
              <a:t>Task-wise Domain: </a:t>
            </a:r>
            <a:r>
              <a:rPr lang="en-US" altLang="zh-CN" sz="2400">
                <a:solidFill>
                  <a:schemeClr val="tx1"/>
                </a:solidFill>
              </a:rPr>
              <a:t>a </a:t>
            </a:r>
            <a:r>
              <a:rPr lang="en-US" altLang="zh-CN" sz="2400" b="1">
                <a:solidFill>
                  <a:schemeClr val="tx1"/>
                </a:solidFill>
              </a:rPr>
              <a:t>temporary domain</a:t>
            </a:r>
            <a:r>
              <a:rPr lang="en-US" altLang="zh-CN" sz="2400">
                <a:solidFill>
                  <a:schemeClr val="tx1"/>
                </a:solidFill>
              </a:rPr>
              <a:t> that is created to target on a specific job, when the job is finished, the domain is destroyed.  A typical example is a domain that is created by 6G systems.</a:t>
            </a:r>
            <a:endParaRPr lang="en-US" altLang="zh-CN" sz="2400" b="1">
              <a:solidFill>
                <a:schemeClr val="tx1"/>
              </a:solidFill>
            </a:endParaRPr>
          </a:p>
          <a:p>
            <a:pPr marL="742950" lvl="1" indent="-285750" fontAlgn="auto">
              <a:lnSpc>
                <a:spcPct val="120000"/>
              </a:lnSpc>
              <a:buFont typeface="Arial" panose="020B0604020202020204" pitchFamily="34" charset="0"/>
              <a:buChar char="•"/>
            </a:pPr>
            <a:r>
              <a:rPr lang="en-US" altLang="zh-CN" sz="2400" b="1">
                <a:solidFill>
                  <a:schemeClr val="tx1"/>
                </a:solidFill>
              </a:rPr>
              <a:t>Application Domain: </a:t>
            </a:r>
            <a:r>
              <a:rPr lang="en-US" altLang="zh-CN" sz="2400">
                <a:solidFill>
                  <a:schemeClr val="tx1"/>
                </a:solidFill>
              </a:rPr>
              <a:t>a </a:t>
            </a:r>
            <a:r>
              <a:rPr lang="en-US" altLang="zh-CN" sz="2400" b="1">
                <a:solidFill>
                  <a:schemeClr val="tx1"/>
                </a:solidFill>
              </a:rPr>
              <a:t>durable domain</a:t>
            </a:r>
            <a:r>
              <a:rPr lang="en-US" altLang="zh-CN" sz="2400">
                <a:solidFill>
                  <a:schemeClr val="tx1"/>
                </a:solidFill>
              </a:rPr>
              <a:t> that is created by a specific application, e.g., a web or mobile application offerred by cloud service providers.</a:t>
            </a:r>
            <a:endParaRPr lang="en-US" altLang="zh-CN" sz="2400">
              <a:solidFill>
                <a:schemeClr val="tx1"/>
              </a:solidFill>
            </a:endParaRPr>
          </a:p>
        </p:txBody>
      </p:sp>
      <p:sp>
        <p:nvSpPr>
          <p:cNvPr id="3" name="矩形 2"/>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19685" y="152400"/>
            <a:ext cx="1111377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rPr>
              <a:t>Terminology </a:t>
            </a:r>
            <a:endParaRPr lang="en-US" altLang="zh-CN" sz="4800" b="1" dirty="0">
              <a:solidFill>
                <a:schemeClr val="bg1"/>
              </a:solidFill>
              <a:latin typeface="Calibri Light" panose="020F030202020403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13"/>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140335" y="169545"/>
            <a:ext cx="1111377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rPr>
              <a:t>Use cases: </a:t>
            </a:r>
            <a:r>
              <a:rPr lang="en-US" altLang="zh-CN" sz="4800" b="1" dirty="0">
                <a:solidFill>
                  <a:schemeClr val="bg1"/>
                </a:solidFill>
                <a:latin typeface="Calibri Light" panose="020F0302020204030204" pitchFamily="34" charset="0"/>
                <a:ea typeface="宋体" panose="02010600030101010101" pitchFamily="2" charset="-122"/>
                <a:sym typeface="+mn-ea"/>
              </a:rPr>
              <a:t>Trip Planning </a:t>
            </a:r>
            <a:r>
              <a:rPr lang="en-US" altLang="zh-CN" sz="4800" b="1" dirty="0">
                <a:solidFill>
                  <a:srgbClr val="FFFF00"/>
                </a:solidFill>
                <a:latin typeface="Calibri Light" panose="020F0302020204030204" pitchFamily="34" charset="0"/>
                <a:ea typeface="宋体" panose="02010600030101010101" pitchFamily="2" charset="-122"/>
                <a:sym typeface="+mn-ea"/>
              </a:rPr>
              <a:t>(</a:t>
            </a:r>
            <a:r>
              <a:rPr lang="en-US" altLang="zh-CN" sz="4800" b="1" dirty="0">
                <a:solidFill>
                  <a:srgbClr val="FFFF00"/>
                </a:solidFill>
                <a:latin typeface="Calibri Light" panose="020F0302020204030204" pitchFamily="34" charset="0"/>
                <a:ea typeface="宋体" panose="02010600030101010101" pitchFamily="2" charset="-122"/>
                <a:sym typeface="+mn-ea"/>
              </a:rPr>
              <a:t>Agent OBO User</a:t>
            </a:r>
            <a:r>
              <a:rPr lang="en-US" altLang="zh-CN" sz="4800" b="1" dirty="0">
                <a:solidFill>
                  <a:srgbClr val="FFFF00"/>
                </a:solidFill>
                <a:latin typeface="Calibri Light" panose="020F0302020204030204" pitchFamily="34" charset="0"/>
                <a:ea typeface="宋体" panose="02010600030101010101" pitchFamily="2" charset="-122"/>
                <a:sym typeface="+mn-ea"/>
              </a:rPr>
              <a:t>) </a:t>
            </a:r>
            <a:endParaRPr lang="en-US" altLang="zh-CN" sz="4800" b="1" dirty="0">
              <a:solidFill>
                <a:srgbClr val="FFFF00"/>
              </a:solidFill>
              <a:latin typeface="Calibri Light" panose="020F0302020204030204" pitchFamily="34" charset="0"/>
              <a:ea typeface="宋体" panose="02010600030101010101" pitchFamily="2" charset="-122"/>
              <a:sym typeface="+mn-ea"/>
            </a:endParaRPr>
          </a:p>
        </p:txBody>
      </p:sp>
      <p:sp>
        <p:nvSpPr>
          <p:cNvPr id="2" name="文本框 1"/>
          <p:cNvSpPr txBox="1"/>
          <p:nvPr/>
        </p:nvSpPr>
        <p:spPr>
          <a:xfrm>
            <a:off x="0" y="984250"/>
            <a:ext cx="12190095" cy="1139190"/>
          </a:xfrm>
          <a:prstGeom prst="rect">
            <a:avLst/>
          </a:prstGeom>
          <a:noFill/>
        </p:spPr>
        <p:txBody>
          <a:bodyPr wrap="square" rtlCol="0" anchor="t">
            <a:noAutofit/>
          </a:bodyPr>
          <a:p>
            <a:pPr marL="285750" lvl="0" indent="-285750" fontAlgn="auto">
              <a:lnSpc>
                <a:spcPct val="150000"/>
              </a:lnSpc>
              <a:buFont typeface="Arial" panose="020B0604020202020204" pitchFamily="34" charset="0"/>
              <a:buChar char="•"/>
            </a:pPr>
            <a:r>
              <a:rPr lang="en-US" altLang="zh-CN" sz="2400"/>
              <a:t>AI agent delegates its user to plan trip services. </a:t>
            </a:r>
            <a:endParaRPr lang="en-US" altLang="zh-CN" sz="2400"/>
          </a:p>
          <a:p>
            <a:pPr marL="285750" lvl="0" indent="-285750" fontAlgn="auto">
              <a:lnSpc>
                <a:spcPct val="150000"/>
              </a:lnSpc>
              <a:buFont typeface="Arial" panose="020B0604020202020204" pitchFamily="34" charset="0"/>
              <a:buChar char="•"/>
            </a:pPr>
            <a:r>
              <a:rPr lang="en-US" altLang="zh-CN" sz="2400"/>
              <a:t>AI agent can do payment execution for booking.</a:t>
            </a:r>
            <a:r>
              <a:rPr lang="en-US" altLang="zh-CN" sz="2400" b="1">
                <a:solidFill>
                  <a:srgbClr val="C00000"/>
                </a:solidFill>
              </a:rPr>
              <a:t> </a:t>
            </a:r>
            <a:r>
              <a:rPr lang="en-US" altLang="zh-CN" sz="2400"/>
              <a:t> </a:t>
            </a:r>
            <a:endParaRPr lang="en-US" altLang="zh-CN" sz="2400"/>
          </a:p>
          <a:p>
            <a:pPr lvl="3" indent="0">
              <a:buFont typeface="Arial" panose="020B0604020202020204" pitchFamily="34" charset="0"/>
              <a:buNone/>
            </a:pPr>
            <a:endParaRPr lang="en-US" altLang="zh-CN" sz="2000">
              <a:solidFill>
                <a:schemeClr val="tx1"/>
              </a:solidFill>
            </a:endParaRPr>
          </a:p>
        </p:txBody>
      </p:sp>
      <p:grpSp>
        <p:nvGrpSpPr>
          <p:cNvPr id="4" name="组合 3"/>
          <p:cNvGrpSpPr/>
          <p:nvPr/>
        </p:nvGrpSpPr>
        <p:grpSpPr>
          <a:xfrm rot="0">
            <a:off x="4590415" y="3122930"/>
            <a:ext cx="2471420" cy="379095"/>
            <a:chOff x="11020" y="5174"/>
            <a:chExt cx="2659" cy="763"/>
          </a:xfrm>
        </p:grpSpPr>
        <p:sp>
          <p:nvSpPr>
            <p:cNvPr id="5" name="圆角矩形 4"/>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6" name="文本框 5"/>
            <p:cNvSpPr txBox="1"/>
            <p:nvPr/>
          </p:nvSpPr>
          <p:spPr>
            <a:xfrm>
              <a:off x="11020" y="5243"/>
              <a:ext cx="2659" cy="670"/>
            </a:xfrm>
            <a:prstGeom prst="rect">
              <a:avLst/>
            </a:prstGeom>
            <a:noFill/>
          </p:spPr>
          <p:txBody>
            <a:bodyPr wrap="square" rtlCol="0">
              <a:noAutofit/>
            </a:bodyPr>
            <a:p>
              <a:pPr algn="ctr"/>
              <a:r>
                <a:rPr lang="en-US" altLang="zh-CN" b="1">
                  <a:latin typeface="微软雅黑" panose="020B0503020204020204" charset="-122"/>
                  <a:ea typeface="微软雅黑" panose="020B0503020204020204" charset="-122"/>
                </a:rPr>
                <a:t>AI Agent</a:t>
              </a:r>
              <a:endParaRPr lang="en-US" altLang="zh-CN" b="1">
                <a:latin typeface="微软雅黑" panose="020B0503020204020204" charset="-122"/>
                <a:ea typeface="微软雅黑" panose="020B0503020204020204" charset="-122"/>
              </a:endParaRPr>
            </a:p>
          </p:txBody>
        </p:sp>
      </p:grpSp>
      <p:grpSp>
        <p:nvGrpSpPr>
          <p:cNvPr id="7" name="组合 6"/>
          <p:cNvGrpSpPr/>
          <p:nvPr/>
        </p:nvGrpSpPr>
        <p:grpSpPr>
          <a:xfrm rot="0">
            <a:off x="1659255" y="3129915"/>
            <a:ext cx="2209800" cy="395605"/>
            <a:chOff x="11149" y="5174"/>
            <a:chExt cx="2514" cy="824"/>
          </a:xfrm>
        </p:grpSpPr>
        <p:sp>
          <p:nvSpPr>
            <p:cNvPr id="8" name="圆角矩形 7"/>
            <p:cNvSpPr/>
            <p:nvPr/>
          </p:nvSpPr>
          <p:spPr>
            <a:xfrm>
              <a:off x="11349" y="5174"/>
              <a:ext cx="2097" cy="763"/>
            </a:xfrm>
            <a:prstGeom prst="roundRect">
              <a:avLst/>
            </a:prstGeom>
            <a:gradFill>
              <a:gsLst>
                <a:gs pos="0">
                  <a:schemeClr val="accent1">
                    <a:lumMod val="110000"/>
                    <a:satMod val="105000"/>
                    <a:tint val="67000"/>
                    <a:alpha val="53000"/>
                  </a:schemeClr>
                </a:gs>
                <a:gs pos="50000">
                  <a:schemeClr val="accent1">
                    <a:lumMod val="105000"/>
                    <a:satMod val="103000"/>
                    <a:tint val="73000"/>
                    <a:alpha val="58000"/>
                  </a:schemeClr>
                </a:gs>
                <a:gs pos="100000">
                  <a:schemeClr val="accent1">
                    <a:lumMod val="105000"/>
                    <a:satMod val="109000"/>
                    <a:tint val="81000"/>
                    <a:alpha val="55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9" name="文本框 8"/>
            <p:cNvSpPr txBox="1"/>
            <p:nvPr/>
          </p:nvSpPr>
          <p:spPr>
            <a:xfrm>
              <a:off x="11149" y="5231"/>
              <a:ext cx="2514" cy="767"/>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User</a:t>
              </a:r>
              <a:endParaRPr lang="en-US" altLang="zh-CN" b="1">
                <a:latin typeface="微软雅黑" panose="020B0503020204020204" charset="-122"/>
                <a:ea typeface="微软雅黑" panose="020B0503020204020204" charset="-122"/>
              </a:endParaRPr>
            </a:p>
          </p:txBody>
        </p:sp>
      </p:grpSp>
      <p:sp>
        <p:nvSpPr>
          <p:cNvPr id="16" name="文本框 15"/>
          <p:cNvSpPr txBox="1"/>
          <p:nvPr/>
        </p:nvSpPr>
        <p:spPr>
          <a:xfrm>
            <a:off x="4293235" y="3619500"/>
            <a:ext cx="2951480" cy="61658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Trip Planning Agent</a:t>
            </a:r>
            <a:endParaRPr lang="en-US" b="1">
              <a:solidFill>
                <a:srgbClr val="C00000"/>
              </a:solidFill>
              <a:latin typeface="微软雅黑" panose="020B0503020204020204" charset="-122"/>
              <a:ea typeface="微软雅黑" panose="020B0503020204020204" charset="-122"/>
            </a:endParaRPr>
          </a:p>
          <a:p>
            <a:pPr algn="ctr"/>
            <a:r>
              <a:rPr lang="en-US" b="1">
                <a:solidFill>
                  <a:srgbClr val="C00000"/>
                </a:solidFill>
                <a:latin typeface="微软雅黑" panose="020B0503020204020204" charset="-122"/>
                <a:ea typeface="微软雅黑" panose="020B0503020204020204" charset="-122"/>
              </a:rPr>
              <a:t>(UE native/A</a:t>
            </a:r>
            <a:r>
              <a:rPr lang="en-US" b="1">
                <a:solidFill>
                  <a:srgbClr val="C00000"/>
                </a:solidFill>
                <a:latin typeface="微软雅黑" panose="020B0503020204020204" charset="-122"/>
                <a:ea typeface="微软雅黑" panose="020B0503020204020204" charset="-122"/>
              </a:rPr>
              <a:t>pp native)</a:t>
            </a:r>
            <a:endParaRPr lang="en-US" b="1">
              <a:solidFill>
                <a:srgbClr val="C00000"/>
              </a:solidFill>
              <a:latin typeface="微软雅黑" panose="020B0503020204020204" charset="-122"/>
              <a:ea typeface="微软雅黑" panose="020B0503020204020204" charset="-122"/>
            </a:endParaRPr>
          </a:p>
        </p:txBody>
      </p:sp>
      <p:grpSp>
        <p:nvGrpSpPr>
          <p:cNvPr id="57" name="组合 56"/>
          <p:cNvGrpSpPr/>
          <p:nvPr/>
        </p:nvGrpSpPr>
        <p:grpSpPr>
          <a:xfrm rot="0">
            <a:off x="7593330" y="2393950"/>
            <a:ext cx="3129915" cy="379095"/>
            <a:chOff x="11004" y="5174"/>
            <a:chExt cx="1612" cy="763"/>
          </a:xfrm>
        </p:grpSpPr>
        <p:sp>
          <p:nvSpPr>
            <p:cNvPr id="58" name="圆角矩形 57"/>
            <p:cNvSpPr/>
            <p:nvPr/>
          </p:nvSpPr>
          <p:spPr>
            <a:xfrm>
              <a:off x="11138" y="5174"/>
              <a:ext cx="1302"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59" name="文本框 58"/>
            <p:cNvSpPr txBox="1"/>
            <p:nvPr/>
          </p:nvSpPr>
          <p:spPr>
            <a:xfrm>
              <a:off x="11004" y="5244"/>
              <a:ext cx="1612" cy="670"/>
            </a:xfrm>
            <a:prstGeom prst="rect">
              <a:avLst/>
            </a:prstGeom>
            <a:noFill/>
          </p:spPr>
          <p:txBody>
            <a:bodyPr wrap="square" rtlCol="0">
              <a:noAutofit/>
            </a:bodyPr>
            <a:p>
              <a:pPr algn="ctr"/>
              <a:r>
                <a:rPr lang="en-US" altLang="zh-CN" b="1">
                  <a:latin typeface="微软雅黑" panose="020B0503020204020204" charset="-122"/>
                  <a:ea typeface="微软雅黑" panose="020B0503020204020204" charset="-122"/>
                </a:rPr>
                <a:t>Application 1</a:t>
              </a:r>
              <a:endParaRPr lang="en-US" altLang="zh-CN" b="1">
                <a:latin typeface="微软雅黑" panose="020B0503020204020204" charset="-122"/>
                <a:ea typeface="微软雅黑" panose="020B0503020204020204" charset="-122"/>
              </a:endParaRPr>
            </a:p>
          </p:txBody>
        </p:sp>
      </p:grpSp>
      <p:sp>
        <p:nvSpPr>
          <p:cNvPr id="74" name="左大括号 73"/>
          <p:cNvSpPr/>
          <p:nvPr/>
        </p:nvSpPr>
        <p:spPr>
          <a:xfrm>
            <a:off x="7265035" y="2428875"/>
            <a:ext cx="334645" cy="182816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2000"/>
          </a:p>
        </p:txBody>
      </p:sp>
      <p:cxnSp>
        <p:nvCxnSpPr>
          <p:cNvPr id="75" name="直接箭头连接符 74"/>
          <p:cNvCxnSpPr/>
          <p:nvPr/>
        </p:nvCxnSpPr>
        <p:spPr>
          <a:xfrm flipV="1">
            <a:off x="3766820" y="3348990"/>
            <a:ext cx="823595" cy="57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78" name="文本框 77"/>
          <p:cNvSpPr txBox="1"/>
          <p:nvPr/>
        </p:nvSpPr>
        <p:spPr>
          <a:xfrm>
            <a:off x="7473950" y="1988185"/>
            <a:ext cx="3230880" cy="33337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ticket booking service</a:t>
            </a:r>
            <a:endParaRPr lang="en-US" b="1">
              <a:solidFill>
                <a:srgbClr val="C00000"/>
              </a:solidFill>
              <a:latin typeface="微软雅黑" panose="020B0503020204020204" charset="-122"/>
              <a:ea typeface="微软雅黑" panose="020B0503020204020204" charset="-122"/>
            </a:endParaRPr>
          </a:p>
        </p:txBody>
      </p:sp>
      <p:sp>
        <p:nvSpPr>
          <p:cNvPr id="3" name="文本框 2"/>
          <p:cNvSpPr txBox="1"/>
          <p:nvPr/>
        </p:nvSpPr>
        <p:spPr>
          <a:xfrm>
            <a:off x="7579360" y="3639820"/>
            <a:ext cx="2951480" cy="33337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map service</a:t>
            </a:r>
            <a:endParaRPr lang="en-US" b="1">
              <a:solidFill>
                <a:srgbClr val="C00000"/>
              </a:solidFill>
              <a:latin typeface="微软雅黑" panose="020B0503020204020204" charset="-122"/>
              <a:ea typeface="微软雅黑" panose="020B0503020204020204" charset="-122"/>
            </a:endParaRPr>
          </a:p>
        </p:txBody>
      </p:sp>
      <p:sp>
        <p:nvSpPr>
          <p:cNvPr id="10" name="圆角矩形 9"/>
          <p:cNvSpPr/>
          <p:nvPr/>
        </p:nvSpPr>
        <p:spPr>
          <a:xfrm>
            <a:off x="7802245" y="4001770"/>
            <a:ext cx="2528570" cy="379095"/>
          </a:xfrm>
          <a:prstGeom prst="roundRect">
            <a:avLst/>
          </a:prstGeom>
          <a:solidFill>
            <a:schemeClr val="tx2">
              <a:lumMod val="25000"/>
              <a:lumOff val="75000"/>
            </a:schemeClr>
          </a:soli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11" name="文本框 10"/>
          <p:cNvSpPr txBox="1"/>
          <p:nvPr/>
        </p:nvSpPr>
        <p:spPr>
          <a:xfrm>
            <a:off x="7593330" y="4040505"/>
            <a:ext cx="3129915" cy="332740"/>
          </a:xfrm>
          <a:prstGeom prst="rect">
            <a:avLst/>
          </a:prstGeom>
          <a:noFill/>
        </p:spPr>
        <p:txBody>
          <a:bodyPr wrap="square" rtlCol="0">
            <a:noAutofit/>
          </a:bodyPr>
          <a:p>
            <a:pPr algn="ctr"/>
            <a:r>
              <a:rPr lang="en-US" altLang="zh-CN" b="1">
                <a:latin typeface="微软雅黑" panose="020B0503020204020204" charset="-122"/>
                <a:ea typeface="微软雅黑" panose="020B0503020204020204" charset="-122"/>
              </a:rPr>
              <a:t>Application 2</a:t>
            </a:r>
            <a:endParaRPr lang="en-US" altLang="zh-CN" b="1">
              <a:latin typeface="微软雅黑" panose="020B0503020204020204" charset="-122"/>
              <a:ea typeface="微软雅黑" panose="020B0503020204020204" charset="-122"/>
            </a:endParaRPr>
          </a:p>
        </p:txBody>
      </p:sp>
      <p:sp>
        <p:nvSpPr>
          <p:cNvPr id="20" name="矩形 19"/>
          <p:cNvSpPr/>
          <p:nvPr/>
        </p:nvSpPr>
        <p:spPr>
          <a:xfrm>
            <a:off x="2540" y="4820920"/>
            <a:ext cx="12189460" cy="2031365"/>
          </a:xfrm>
          <a:prstGeom prst="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2540" y="4832350"/>
            <a:ext cx="12190095" cy="2006600"/>
          </a:xfrm>
          <a:prstGeom prst="rect">
            <a:avLst/>
          </a:prstGeom>
          <a:noFill/>
        </p:spPr>
        <p:txBody>
          <a:bodyPr wrap="square" rtlCol="0" anchor="t">
            <a:noAutofit/>
          </a:bodyPr>
          <a:p>
            <a:pPr marL="285750" lvl="0" indent="-285750" fontAlgn="auto">
              <a:lnSpc>
                <a:spcPct val="150000"/>
              </a:lnSpc>
              <a:buFont typeface="Arial" panose="020B0604020202020204" pitchFamily="34" charset="0"/>
              <a:buChar char="•"/>
            </a:pPr>
            <a:endParaRPr lang="en-US" altLang="zh-CN" sz="2000">
              <a:solidFill>
                <a:schemeClr val="tx1"/>
              </a:solidFill>
            </a:endParaRPr>
          </a:p>
        </p:txBody>
      </p:sp>
      <p:sp>
        <p:nvSpPr>
          <p:cNvPr id="25" name="文本框 24"/>
          <p:cNvSpPr txBox="1"/>
          <p:nvPr/>
        </p:nvSpPr>
        <p:spPr>
          <a:xfrm>
            <a:off x="2540" y="4874895"/>
            <a:ext cx="12190095" cy="1532890"/>
          </a:xfrm>
          <a:prstGeom prst="rect">
            <a:avLst/>
          </a:prstGeom>
          <a:noFill/>
        </p:spPr>
        <p:txBody>
          <a:bodyPr wrap="square" rtlCol="0" anchor="t">
            <a:noAutofit/>
          </a:bodyPr>
          <a:p>
            <a:pPr lvl="0" indent="0" fontAlgn="auto">
              <a:lnSpc>
                <a:spcPct val="120000"/>
              </a:lnSpc>
              <a:buFont typeface="Arial" panose="020B0604020202020204" pitchFamily="34" charset="0"/>
              <a:buNone/>
            </a:pPr>
            <a:r>
              <a:rPr lang="en-US" altLang="zh-CN" sz="2400"/>
              <a:t>Requirements:</a:t>
            </a:r>
            <a:endParaRPr lang="en-US" altLang="zh-CN" sz="2400"/>
          </a:p>
          <a:p>
            <a:pPr marL="342900" lvl="0" indent="-342900" fontAlgn="auto">
              <a:lnSpc>
                <a:spcPct val="120000"/>
              </a:lnSpc>
              <a:buFont typeface="Arial" panose="020B0604020202020204" pitchFamily="34" charset="0"/>
              <a:buChar char="•"/>
            </a:pPr>
            <a:r>
              <a:rPr lang="en-US" altLang="zh-CN" sz="2400" b="1"/>
              <a:t>MUST support HITL(human-in-the-loop) </a:t>
            </a:r>
            <a:r>
              <a:rPr lang="en-US" altLang="zh-CN" sz="2400"/>
              <a:t>to avoid wrong execution.</a:t>
            </a:r>
            <a:endParaRPr lang="en-US" altLang="zh-CN" sz="2400" b="1"/>
          </a:p>
          <a:p>
            <a:pPr marL="342900" lvl="0" indent="-342900" fontAlgn="auto">
              <a:lnSpc>
                <a:spcPct val="120000"/>
              </a:lnSpc>
              <a:buFont typeface="Arial" panose="020B0604020202020204" pitchFamily="34" charset="0"/>
              <a:buChar char="•"/>
            </a:pPr>
            <a:r>
              <a:rPr lang="en-US" altLang="zh-CN" sz="2400" b="1"/>
              <a:t>MUST define risk levels, </a:t>
            </a:r>
            <a:r>
              <a:rPr lang="en-US" altLang="zh-CN" sz="2400">
                <a:sym typeface="+mn-ea"/>
              </a:rPr>
              <a:t>what level MUST require HITL, </a:t>
            </a:r>
            <a:r>
              <a:rPr lang="en-US" altLang="zh-CN" sz="2400"/>
              <a:t>what level is in “whitelist”,  and what level requires user confirmation but can then put into “whitelist”.</a:t>
            </a:r>
            <a:endParaRPr lang="en-US" altLang="zh-CN" sz="2400"/>
          </a:p>
          <a:p>
            <a:pPr marL="342900" lvl="0" indent="-342900" fontAlgn="auto">
              <a:lnSpc>
                <a:spcPct val="120000"/>
              </a:lnSpc>
              <a:buFont typeface="Arial" panose="020B0604020202020204" pitchFamily="34" charset="0"/>
              <a:buChar char="•"/>
            </a:pPr>
            <a:endParaRPr lang="en-US" altLang="zh-CN" sz="2000"/>
          </a:p>
          <a:p>
            <a:pPr marL="285750" lvl="0" indent="-285750" fontAlgn="auto">
              <a:lnSpc>
                <a:spcPct val="150000"/>
              </a:lnSpc>
              <a:buFont typeface="Arial" panose="020B0604020202020204" pitchFamily="34" charset="0"/>
              <a:buChar char="•"/>
            </a:pPr>
            <a:endParaRPr lang="en-US" altLang="zh-CN" sz="200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2540" y="176530"/>
            <a:ext cx="12285345"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sym typeface="+mn-ea"/>
              </a:rPr>
              <a:t>Use cases: Health Care </a:t>
            </a:r>
            <a:r>
              <a:rPr lang="en-US" altLang="zh-CN" sz="4800" b="1" dirty="0">
                <a:solidFill>
                  <a:srgbClr val="FFFF00"/>
                </a:solidFill>
                <a:latin typeface="Calibri Light" panose="020F0302020204030204" pitchFamily="34" charset="0"/>
                <a:ea typeface="宋体" panose="02010600030101010101" pitchFamily="2" charset="-122"/>
                <a:sym typeface="+mn-ea"/>
              </a:rPr>
              <a:t>(</a:t>
            </a:r>
            <a:r>
              <a:rPr lang="en-US" altLang="zh-CN" sz="4800" b="1" dirty="0">
                <a:solidFill>
                  <a:srgbClr val="FFFF00"/>
                </a:solidFill>
                <a:latin typeface="Calibri Light" panose="020F0302020204030204" pitchFamily="34" charset="0"/>
                <a:ea typeface="宋体" panose="02010600030101010101" pitchFamily="2" charset="-122"/>
              </a:rPr>
              <a:t>Agent OBO other agent)</a:t>
            </a:r>
            <a:endParaRPr lang="en-US" altLang="zh-CN" sz="4800" b="1" dirty="0">
              <a:solidFill>
                <a:srgbClr val="FFFF00"/>
              </a:solidFill>
              <a:latin typeface="Calibri Light" panose="020F0302020204030204" pitchFamily="34" charset="0"/>
              <a:ea typeface="宋体" panose="02010600030101010101" pitchFamily="2" charset="-122"/>
            </a:endParaRPr>
          </a:p>
        </p:txBody>
      </p:sp>
      <p:sp>
        <p:nvSpPr>
          <p:cNvPr id="2" name="文本框 1"/>
          <p:cNvSpPr txBox="1"/>
          <p:nvPr/>
        </p:nvSpPr>
        <p:spPr>
          <a:xfrm>
            <a:off x="2540" y="934720"/>
            <a:ext cx="12096750" cy="2002790"/>
          </a:xfrm>
          <a:prstGeom prst="rect">
            <a:avLst/>
          </a:prstGeom>
          <a:noFill/>
        </p:spPr>
        <p:txBody>
          <a:bodyPr wrap="square" rtlCol="0" anchor="t">
            <a:noAutofit/>
          </a:bodyPr>
          <a:p>
            <a:pPr marL="342900" lvl="0" indent="-342900" fontAlgn="auto">
              <a:lnSpc>
                <a:spcPct val="110000"/>
              </a:lnSpc>
              <a:buFont typeface="Arial" panose="020B0604020202020204" pitchFamily="34" charset="0"/>
              <a:buChar char="•"/>
            </a:pPr>
            <a:r>
              <a:rPr lang="en-US" altLang="zh-CN" sz="2400"/>
              <a:t>For children, specific elder people</a:t>
            </a:r>
            <a:r>
              <a:rPr lang="en-US" altLang="zh-CN" sz="2400">
                <a:sym typeface="+mn-ea"/>
              </a:rPr>
              <a:t> (e.g., Alzheimer's patients)</a:t>
            </a:r>
            <a:r>
              <a:rPr lang="en-US" altLang="zh-CN" sz="2400"/>
              <a:t>, and people with disabilities who require guardians</a:t>
            </a:r>
            <a:endParaRPr lang="en-US" altLang="zh-CN" sz="2400"/>
          </a:p>
          <a:p>
            <a:pPr marL="342900" lvl="0" indent="-342900" fontAlgn="auto">
              <a:lnSpc>
                <a:spcPct val="110000"/>
              </a:lnSpc>
              <a:buFont typeface="Arial" panose="020B0604020202020204" pitchFamily="34" charset="0"/>
              <a:buChar char="•"/>
            </a:pPr>
            <a:r>
              <a:rPr lang="en-US" altLang="zh-CN" sz="2400"/>
              <a:t>Their agents (e.g., smart watches) collect biosensing data and transmit it to the guardians' agents which make decisions on whether sending requests to external institutions such as hospitals on behalf of the wards' agents </a:t>
            </a:r>
            <a:endParaRPr lang="en-US" altLang="zh-CN" sz="2000">
              <a:solidFill>
                <a:schemeClr val="tx1"/>
              </a:solidFill>
            </a:endParaRPr>
          </a:p>
        </p:txBody>
      </p:sp>
      <p:sp>
        <p:nvSpPr>
          <p:cNvPr id="24" name="矩形 23"/>
          <p:cNvSpPr/>
          <p:nvPr/>
        </p:nvSpPr>
        <p:spPr>
          <a:xfrm>
            <a:off x="2540" y="5326380"/>
            <a:ext cx="12189460" cy="1525905"/>
          </a:xfrm>
          <a:prstGeom prst="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33020" y="5290820"/>
            <a:ext cx="12158980" cy="1571625"/>
          </a:xfrm>
          <a:prstGeom prst="rect">
            <a:avLst/>
          </a:prstGeom>
          <a:noFill/>
        </p:spPr>
        <p:txBody>
          <a:bodyPr wrap="square" rtlCol="0" anchor="t">
            <a:noAutofit/>
          </a:bodyPr>
          <a:p>
            <a:pPr lvl="0" indent="0" fontAlgn="auto">
              <a:lnSpc>
                <a:spcPct val="120000"/>
              </a:lnSpc>
              <a:buFont typeface="Arial" panose="020B0604020202020204" pitchFamily="34" charset="0"/>
              <a:buNone/>
            </a:pPr>
            <a:r>
              <a:rPr lang="en-US" altLang="zh-CN" sz="2400"/>
              <a:t>Requirements:</a:t>
            </a:r>
            <a:endParaRPr lang="en-US" altLang="zh-CN" sz="2400"/>
          </a:p>
          <a:p>
            <a:pPr marL="342900" lvl="0" indent="-342900" fontAlgn="auto">
              <a:lnSpc>
                <a:spcPct val="120000"/>
              </a:lnSpc>
              <a:buFont typeface="Arial" panose="020B0604020202020204" pitchFamily="34" charset="0"/>
              <a:buChar char="•"/>
            </a:pPr>
            <a:r>
              <a:rPr lang="en-US" altLang="zh-CN" sz="2400"/>
              <a:t>MUST define </a:t>
            </a:r>
            <a:r>
              <a:rPr lang="en-US" altLang="zh-CN" sz="2400" b="1"/>
              <a:t>clear scope or boundaries</a:t>
            </a:r>
            <a:r>
              <a:rPr lang="en-US" altLang="zh-CN" sz="2400"/>
              <a:t> for </a:t>
            </a:r>
            <a:r>
              <a:rPr lang="en-US" altLang="zh-CN" sz="2400">
                <a:sym typeface="+mn-ea"/>
              </a:rPr>
              <a:t>resource access and decision making under delegated authorization.</a:t>
            </a:r>
            <a:endParaRPr lang="en-US" altLang="zh-CN" sz="2400">
              <a:sym typeface="+mn-ea"/>
            </a:endParaRPr>
          </a:p>
          <a:p>
            <a:pPr marL="342900" lvl="0" indent="-342900" fontAlgn="auto">
              <a:lnSpc>
                <a:spcPct val="120000"/>
              </a:lnSpc>
              <a:buFont typeface="Arial" panose="020B0604020202020204" pitchFamily="34" charset="0"/>
              <a:buChar char="•"/>
            </a:pPr>
            <a:endParaRPr lang="en-US" altLang="zh-CN" sz="2400">
              <a:sym typeface="+mn-ea"/>
            </a:endParaRPr>
          </a:p>
          <a:p>
            <a:pPr marL="342900" lvl="0" indent="-342900" fontAlgn="auto">
              <a:lnSpc>
                <a:spcPct val="120000"/>
              </a:lnSpc>
              <a:buFont typeface="Arial" panose="020B0604020202020204" pitchFamily="34" charset="0"/>
              <a:buChar char="•"/>
            </a:pPr>
            <a:endParaRPr lang="en-US" altLang="zh-CN" sz="2400" b="1"/>
          </a:p>
          <a:p>
            <a:pPr marL="342900" lvl="0" indent="-342900" fontAlgn="auto">
              <a:lnSpc>
                <a:spcPct val="120000"/>
              </a:lnSpc>
              <a:buFont typeface="Arial" panose="020B0604020202020204" pitchFamily="34" charset="0"/>
              <a:buChar char="•"/>
            </a:pPr>
            <a:endParaRPr lang="en-US" altLang="zh-CN" sz="2000"/>
          </a:p>
          <a:p>
            <a:pPr marL="285750" lvl="0" indent="-285750" fontAlgn="auto">
              <a:lnSpc>
                <a:spcPct val="150000"/>
              </a:lnSpc>
              <a:buFont typeface="Arial" panose="020B0604020202020204" pitchFamily="34" charset="0"/>
              <a:buChar char="•"/>
            </a:pPr>
            <a:endParaRPr lang="en-US" altLang="zh-CN" sz="2000">
              <a:solidFill>
                <a:schemeClr val="tx1"/>
              </a:solidFill>
            </a:endParaRPr>
          </a:p>
        </p:txBody>
      </p:sp>
      <p:grpSp>
        <p:nvGrpSpPr>
          <p:cNvPr id="23" name="组合 22"/>
          <p:cNvGrpSpPr/>
          <p:nvPr/>
        </p:nvGrpSpPr>
        <p:grpSpPr>
          <a:xfrm rot="0">
            <a:off x="2037715" y="4432300"/>
            <a:ext cx="2040255" cy="379095"/>
            <a:chOff x="11020" y="5174"/>
            <a:chExt cx="2659" cy="763"/>
          </a:xfrm>
        </p:grpSpPr>
        <p:sp>
          <p:nvSpPr>
            <p:cNvPr id="27" name="圆角矩形 26"/>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28" name="文本框 27"/>
            <p:cNvSpPr txBox="1"/>
            <p:nvPr/>
          </p:nvSpPr>
          <p:spPr>
            <a:xfrm>
              <a:off x="11020" y="5243"/>
              <a:ext cx="2659" cy="670"/>
            </a:xfrm>
            <a:prstGeom prst="rect">
              <a:avLst/>
            </a:prstGeom>
            <a:noFill/>
          </p:spPr>
          <p:txBody>
            <a:bodyPr wrap="square" rtlCol="0">
              <a:noAutofit/>
            </a:bodyPr>
            <a:p>
              <a:pPr algn="ctr"/>
              <a:r>
                <a:rPr lang="en-US" altLang="zh-CN" b="1">
                  <a:latin typeface="微软雅黑" panose="020B0503020204020204" charset="-122"/>
                  <a:ea typeface="微软雅黑" panose="020B0503020204020204" charset="-122"/>
                </a:rPr>
                <a:t>AI Agent</a:t>
              </a:r>
              <a:endParaRPr lang="en-US" altLang="zh-CN" b="1">
                <a:latin typeface="微软雅黑" panose="020B0503020204020204" charset="-122"/>
                <a:ea typeface="微软雅黑" panose="020B0503020204020204" charset="-122"/>
              </a:endParaRPr>
            </a:p>
          </p:txBody>
        </p:sp>
      </p:grpSp>
      <p:grpSp>
        <p:nvGrpSpPr>
          <p:cNvPr id="29" name="组合 28"/>
          <p:cNvGrpSpPr/>
          <p:nvPr/>
        </p:nvGrpSpPr>
        <p:grpSpPr>
          <a:xfrm rot="0">
            <a:off x="1950720" y="3530600"/>
            <a:ext cx="2209800" cy="395605"/>
            <a:chOff x="11149" y="5174"/>
            <a:chExt cx="2514" cy="824"/>
          </a:xfrm>
        </p:grpSpPr>
        <p:sp>
          <p:nvSpPr>
            <p:cNvPr id="30" name="圆角矩形 29"/>
            <p:cNvSpPr/>
            <p:nvPr/>
          </p:nvSpPr>
          <p:spPr>
            <a:xfrm>
              <a:off x="11349" y="5174"/>
              <a:ext cx="2097" cy="763"/>
            </a:xfrm>
            <a:prstGeom prst="roundRect">
              <a:avLst/>
            </a:prstGeom>
            <a:gradFill>
              <a:gsLst>
                <a:gs pos="0">
                  <a:schemeClr val="accent1">
                    <a:lumMod val="110000"/>
                    <a:satMod val="105000"/>
                    <a:tint val="67000"/>
                    <a:alpha val="53000"/>
                  </a:schemeClr>
                </a:gs>
                <a:gs pos="50000">
                  <a:schemeClr val="accent1">
                    <a:lumMod val="105000"/>
                    <a:satMod val="103000"/>
                    <a:tint val="73000"/>
                    <a:alpha val="58000"/>
                  </a:schemeClr>
                </a:gs>
                <a:gs pos="100000">
                  <a:schemeClr val="accent1">
                    <a:lumMod val="105000"/>
                    <a:satMod val="109000"/>
                    <a:tint val="81000"/>
                    <a:alpha val="55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31" name="文本框 30"/>
            <p:cNvSpPr txBox="1"/>
            <p:nvPr/>
          </p:nvSpPr>
          <p:spPr>
            <a:xfrm>
              <a:off x="11149" y="5231"/>
              <a:ext cx="2514" cy="767"/>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User</a:t>
              </a:r>
              <a:endParaRPr lang="en-US" altLang="zh-CN" b="1">
                <a:latin typeface="微软雅黑" panose="020B0503020204020204" charset="-122"/>
                <a:ea typeface="微软雅黑" panose="020B0503020204020204" charset="-122"/>
              </a:endParaRPr>
            </a:p>
          </p:txBody>
        </p:sp>
      </p:grpSp>
      <p:sp>
        <p:nvSpPr>
          <p:cNvPr id="32" name="文本框 31"/>
          <p:cNvSpPr txBox="1"/>
          <p:nvPr/>
        </p:nvSpPr>
        <p:spPr>
          <a:xfrm>
            <a:off x="2009775" y="4877435"/>
            <a:ext cx="2068195" cy="41719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Smart Watch </a:t>
            </a:r>
            <a:endParaRPr lang="en-US" b="1">
              <a:solidFill>
                <a:srgbClr val="C00000"/>
              </a:solidFill>
              <a:latin typeface="微软雅黑" panose="020B0503020204020204" charset="-122"/>
              <a:ea typeface="微软雅黑" panose="020B0503020204020204" charset="-122"/>
            </a:endParaRPr>
          </a:p>
        </p:txBody>
      </p:sp>
      <p:cxnSp>
        <p:nvCxnSpPr>
          <p:cNvPr id="37" name="直接箭头连接符 36"/>
          <p:cNvCxnSpPr/>
          <p:nvPr/>
        </p:nvCxnSpPr>
        <p:spPr>
          <a:xfrm>
            <a:off x="3055620" y="3926205"/>
            <a:ext cx="8890" cy="51117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grpSp>
        <p:nvGrpSpPr>
          <p:cNvPr id="65" name="组合 64"/>
          <p:cNvGrpSpPr/>
          <p:nvPr/>
        </p:nvGrpSpPr>
        <p:grpSpPr>
          <a:xfrm rot="0">
            <a:off x="5842635" y="4442460"/>
            <a:ext cx="2040255" cy="379095"/>
            <a:chOff x="11020" y="5174"/>
            <a:chExt cx="2659" cy="763"/>
          </a:xfrm>
        </p:grpSpPr>
        <p:sp>
          <p:nvSpPr>
            <p:cNvPr id="66" name="圆角矩形 65"/>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b="1">
                <a:latin typeface="微软雅黑" panose="020B0503020204020204" charset="-122"/>
                <a:ea typeface="微软雅黑" panose="020B0503020204020204" charset="-122"/>
              </a:endParaRPr>
            </a:p>
          </p:txBody>
        </p:sp>
        <p:sp>
          <p:nvSpPr>
            <p:cNvPr id="67" name="文本框 66"/>
            <p:cNvSpPr txBox="1"/>
            <p:nvPr/>
          </p:nvSpPr>
          <p:spPr>
            <a:xfrm>
              <a:off x="11020" y="5243"/>
              <a:ext cx="2659" cy="670"/>
            </a:xfrm>
            <a:prstGeom prst="rect">
              <a:avLst/>
            </a:prstGeom>
            <a:noFill/>
          </p:spPr>
          <p:txBody>
            <a:bodyPr wrap="square" rtlCol="0">
              <a:noAutofit/>
            </a:bodyPr>
            <a:p>
              <a:pPr algn="ctr"/>
              <a:r>
                <a:rPr lang="en-US" altLang="zh-CN" b="1">
                  <a:latin typeface="微软雅黑" panose="020B0503020204020204" charset="-122"/>
                  <a:ea typeface="微软雅黑" panose="020B0503020204020204" charset="-122"/>
                </a:rPr>
                <a:t>AI Agent</a:t>
              </a:r>
              <a:endParaRPr lang="en-US" altLang="zh-CN" b="1">
                <a:latin typeface="微软雅黑" panose="020B0503020204020204" charset="-122"/>
                <a:ea typeface="微软雅黑" panose="020B0503020204020204" charset="-122"/>
              </a:endParaRPr>
            </a:p>
          </p:txBody>
        </p:sp>
      </p:grpSp>
      <p:grpSp>
        <p:nvGrpSpPr>
          <p:cNvPr id="68" name="组合 67"/>
          <p:cNvGrpSpPr/>
          <p:nvPr/>
        </p:nvGrpSpPr>
        <p:grpSpPr>
          <a:xfrm rot="0">
            <a:off x="5755640" y="3540760"/>
            <a:ext cx="2209800" cy="395605"/>
            <a:chOff x="11149" y="5174"/>
            <a:chExt cx="2514" cy="824"/>
          </a:xfrm>
        </p:grpSpPr>
        <p:sp>
          <p:nvSpPr>
            <p:cNvPr id="72" name="圆角矩形 71"/>
            <p:cNvSpPr/>
            <p:nvPr/>
          </p:nvSpPr>
          <p:spPr>
            <a:xfrm>
              <a:off x="11349" y="5174"/>
              <a:ext cx="2097" cy="763"/>
            </a:xfrm>
            <a:prstGeom prst="roundRect">
              <a:avLst/>
            </a:prstGeom>
            <a:gradFill>
              <a:gsLst>
                <a:gs pos="0">
                  <a:schemeClr val="accent1">
                    <a:lumMod val="110000"/>
                    <a:satMod val="105000"/>
                    <a:tint val="67000"/>
                    <a:alpha val="53000"/>
                  </a:schemeClr>
                </a:gs>
                <a:gs pos="50000">
                  <a:schemeClr val="accent1">
                    <a:lumMod val="105000"/>
                    <a:satMod val="103000"/>
                    <a:tint val="73000"/>
                    <a:alpha val="58000"/>
                  </a:schemeClr>
                </a:gs>
                <a:gs pos="100000">
                  <a:schemeClr val="accent1">
                    <a:lumMod val="105000"/>
                    <a:satMod val="109000"/>
                    <a:tint val="81000"/>
                    <a:alpha val="55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73" name="文本框 72"/>
            <p:cNvSpPr txBox="1"/>
            <p:nvPr/>
          </p:nvSpPr>
          <p:spPr>
            <a:xfrm>
              <a:off x="11149" y="5231"/>
              <a:ext cx="2514" cy="767"/>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User</a:t>
              </a:r>
              <a:endParaRPr lang="en-US" altLang="zh-CN" b="1">
                <a:latin typeface="微软雅黑" panose="020B0503020204020204" charset="-122"/>
                <a:ea typeface="微软雅黑" panose="020B0503020204020204" charset="-122"/>
              </a:endParaRPr>
            </a:p>
          </p:txBody>
        </p:sp>
      </p:grpSp>
      <p:sp>
        <p:nvSpPr>
          <p:cNvPr id="79" name="文本框 78"/>
          <p:cNvSpPr txBox="1"/>
          <p:nvPr/>
        </p:nvSpPr>
        <p:spPr>
          <a:xfrm>
            <a:off x="5604510" y="4887595"/>
            <a:ext cx="2750820" cy="41719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Phone </a:t>
            </a:r>
            <a:endParaRPr lang="en-US" b="1">
              <a:solidFill>
                <a:srgbClr val="C00000"/>
              </a:solidFill>
              <a:latin typeface="微软雅黑" panose="020B0503020204020204" charset="-122"/>
              <a:ea typeface="微软雅黑" panose="020B0503020204020204" charset="-122"/>
            </a:endParaRPr>
          </a:p>
        </p:txBody>
      </p:sp>
      <p:cxnSp>
        <p:nvCxnSpPr>
          <p:cNvPr id="80" name="直接箭头连接符 79"/>
          <p:cNvCxnSpPr/>
          <p:nvPr/>
        </p:nvCxnSpPr>
        <p:spPr>
          <a:xfrm>
            <a:off x="6860540" y="3936365"/>
            <a:ext cx="8890" cy="51117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81" name="文本框 80"/>
          <p:cNvSpPr txBox="1"/>
          <p:nvPr/>
        </p:nvSpPr>
        <p:spPr>
          <a:xfrm>
            <a:off x="2037715" y="3090545"/>
            <a:ext cx="2068195" cy="41719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Ward</a:t>
            </a:r>
            <a:endParaRPr lang="en-US" b="1">
              <a:solidFill>
                <a:srgbClr val="C00000"/>
              </a:solidFill>
              <a:latin typeface="微软雅黑" panose="020B0503020204020204" charset="-122"/>
              <a:ea typeface="微软雅黑" panose="020B0503020204020204" charset="-122"/>
            </a:endParaRPr>
          </a:p>
        </p:txBody>
      </p:sp>
      <p:sp>
        <p:nvSpPr>
          <p:cNvPr id="82" name="文本框 81"/>
          <p:cNvSpPr txBox="1"/>
          <p:nvPr/>
        </p:nvSpPr>
        <p:spPr>
          <a:xfrm>
            <a:off x="5814695" y="3094355"/>
            <a:ext cx="2068195" cy="41719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Guardian </a:t>
            </a:r>
            <a:endParaRPr lang="en-US" b="1">
              <a:solidFill>
                <a:srgbClr val="C00000"/>
              </a:solidFill>
              <a:latin typeface="微软雅黑" panose="020B0503020204020204" charset="-122"/>
              <a:ea typeface="微软雅黑" panose="020B0503020204020204" charset="-122"/>
            </a:endParaRPr>
          </a:p>
        </p:txBody>
      </p:sp>
      <p:cxnSp>
        <p:nvCxnSpPr>
          <p:cNvPr id="83" name="直接箭头连接符 82"/>
          <p:cNvCxnSpPr/>
          <p:nvPr/>
        </p:nvCxnSpPr>
        <p:spPr>
          <a:xfrm>
            <a:off x="4077970" y="4632960"/>
            <a:ext cx="1858010" cy="57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84" name="直接箭头连接符 83"/>
          <p:cNvCxnSpPr/>
          <p:nvPr/>
        </p:nvCxnSpPr>
        <p:spPr>
          <a:xfrm flipH="1">
            <a:off x="7882890" y="4154805"/>
            <a:ext cx="977265" cy="4883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grpSp>
        <p:nvGrpSpPr>
          <p:cNvPr id="85" name="组合 84"/>
          <p:cNvGrpSpPr/>
          <p:nvPr/>
        </p:nvGrpSpPr>
        <p:grpSpPr>
          <a:xfrm rot="0">
            <a:off x="8710295" y="3759200"/>
            <a:ext cx="2209800" cy="694277"/>
            <a:chOff x="11149" y="5174"/>
            <a:chExt cx="2514" cy="808"/>
          </a:xfrm>
        </p:grpSpPr>
        <p:sp>
          <p:nvSpPr>
            <p:cNvPr id="86" name="圆角矩形 85"/>
            <p:cNvSpPr/>
            <p:nvPr/>
          </p:nvSpPr>
          <p:spPr>
            <a:xfrm>
              <a:off x="11349" y="5174"/>
              <a:ext cx="2097" cy="763"/>
            </a:xfrm>
            <a:prstGeom prst="roundRect">
              <a:avLst/>
            </a:prstGeom>
            <a:gradFill>
              <a:gsLst>
                <a:gs pos="0">
                  <a:schemeClr val="accent1">
                    <a:lumMod val="110000"/>
                    <a:satMod val="105000"/>
                    <a:tint val="67000"/>
                    <a:alpha val="53000"/>
                  </a:schemeClr>
                </a:gs>
                <a:gs pos="50000">
                  <a:schemeClr val="accent1">
                    <a:lumMod val="105000"/>
                    <a:satMod val="103000"/>
                    <a:tint val="73000"/>
                    <a:alpha val="58000"/>
                  </a:schemeClr>
                </a:gs>
                <a:gs pos="100000">
                  <a:schemeClr val="accent1">
                    <a:lumMod val="105000"/>
                    <a:satMod val="109000"/>
                    <a:tint val="81000"/>
                    <a:alpha val="55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2400" b="1">
                <a:latin typeface="微软雅黑" panose="020B0503020204020204" charset="-122"/>
                <a:ea typeface="微软雅黑" panose="020B0503020204020204" charset="-122"/>
              </a:endParaRPr>
            </a:p>
          </p:txBody>
        </p:sp>
        <p:sp>
          <p:nvSpPr>
            <p:cNvPr id="87" name="文本框 86"/>
            <p:cNvSpPr txBox="1"/>
            <p:nvPr/>
          </p:nvSpPr>
          <p:spPr>
            <a:xfrm>
              <a:off x="11149" y="5231"/>
              <a:ext cx="2514" cy="751"/>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External</a:t>
              </a:r>
              <a:endParaRPr lang="en-US" altLang="zh-CN" b="1">
                <a:latin typeface="微软雅黑" panose="020B0503020204020204" charset="-122"/>
                <a:ea typeface="微软雅黑" panose="020B0503020204020204" charset="-122"/>
              </a:endParaRPr>
            </a:p>
            <a:p>
              <a:pPr algn="ctr"/>
              <a:r>
                <a:rPr lang="en-US" altLang="zh-CN" b="1">
                  <a:latin typeface="微软雅黑" panose="020B0503020204020204" charset="-122"/>
                  <a:ea typeface="微软雅黑" panose="020B0503020204020204" charset="-122"/>
                </a:rPr>
                <a:t>resources/API</a:t>
              </a:r>
              <a:endParaRPr lang="en-US" altLang="zh-CN" b="1">
                <a:latin typeface="微软雅黑" panose="020B0503020204020204" charset="-122"/>
                <a:ea typeface="微软雅黑" panose="020B0503020204020204" charset="-122"/>
              </a:endParaRPr>
            </a:p>
          </p:txBody>
        </p:sp>
      </p:grpSp>
      <p:sp>
        <p:nvSpPr>
          <p:cNvPr id="88" name="文本框 87"/>
          <p:cNvSpPr txBox="1"/>
          <p:nvPr/>
        </p:nvSpPr>
        <p:spPr>
          <a:xfrm>
            <a:off x="8760460" y="3312795"/>
            <a:ext cx="2068195" cy="417195"/>
          </a:xfrm>
          <a:prstGeom prst="rect">
            <a:avLst/>
          </a:prstGeom>
          <a:noFill/>
        </p:spPr>
        <p:txBody>
          <a:bodyPr wrap="square" rtlCol="0">
            <a:noAutofit/>
          </a:bodyPr>
          <a:p>
            <a:pPr algn="ctr"/>
            <a:r>
              <a:rPr lang="en-US" b="1">
                <a:solidFill>
                  <a:srgbClr val="C00000"/>
                </a:solidFill>
                <a:latin typeface="微软雅黑" panose="020B0503020204020204" charset="-122"/>
                <a:ea typeface="微软雅黑" panose="020B0503020204020204" charset="-122"/>
              </a:rPr>
              <a:t>Hospital, etc. </a:t>
            </a:r>
            <a:endParaRPr lang="en-US" b="1">
              <a:solidFill>
                <a:srgbClr val="C00000"/>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矩形 16"/>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140335" y="169545"/>
            <a:ext cx="1205230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sym typeface="+mn-ea"/>
              </a:rPr>
              <a:t>Use cases: </a:t>
            </a:r>
            <a:r>
              <a:rPr lang="en-US" altLang="zh-CN" sz="4800" b="1" dirty="0">
                <a:solidFill>
                  <a:schemeClr val="bg1"/>
                </a:solidFill>
                <a:latin typeface="Calibri Light" panose="020F0302020204030204" pitchFamily="34" charset="0"/>
                <a:ea typeface="宋体" panose="02010600030101010101" pitchFamily="2" charset="-122"/>
              </a:rPr>
              <a:t> Remote Rescue </a:t>
            </a:r>
            <a:r>
              <a:rPr lang="en-US" altLang="zh-CN" sz="4800" b="1" dirty="0">
                <a:solidFill>
                  <a:srgbClr val="FFFF00"/>
                </a:solidFill>
                <a:latin typeface="Calibri Light" panose="020F0302020204030204" pitchFamily="34" charset="0"/>
                <a:ea typeface="宋体" panose="02010600030101010101" pitchFamily="2" charset="-122"/>
                <a:sym typeface="+mn-ea"/>
              </a:rPr>
              <a:t>(Agent OBO itself)</a:t>
            </a:r>
            <a:r>
              <a:rPr lang="en-US" altLang="zh-CN" sz="4800" b="1" dirty="0">
                <a:solidFill>
                  <a:srgbClr val="FFFF00"/>
                </a:solidFill>
                <a:latin typeface="Calibri Light" panose="020F0302020204030204" pitchFamily="34" charset="0"/>
                <a:ea typeface="宋体" panose="02010600030101010101" pitchFamily="2" charset="-122"/>
              </a:rPr>
              <a:t> </a:t>
            </a:r>
            <a:endParaRPr lang="en-US" altLang="zh-CN" sz="4800" b="1" dirty="0">
              <a:solidFill>
                <a:srgbClr val="FFFF00"/>
              </a:solidFill>
              <a:latin typeface="Calibri Light" panose="020F0302020204030204" pitchFamily="34" charset="0"/>
              <a:ea typeface="宋体" panose="02010600030101010101" pitchFamily="2" charset="-122"/>
            </a:endParaRPr>
          </a:p>
        </p:txBody>
      </p:sp>
      <p:sp>
        <p:nvSpPr>
          <p:cNvPr id="5" name="文本框 4"/>
          <p:cNvSpPr txBox="1"/>
          <p:nvPr/>
        </p:nvSpPr>
        <p:spPr>
          <a:xfrm>
            <a:off x="79375" y="992505"/>
            <a:ext cx="12111990" cy="771525"/>
          </a:xfrm>
          <a:prstGeom prst="rect">
            <a:avLst/>
          </a:prstGeom>
          <a:noFill/>
        </p:spPr>
        <p:txBody>
          <a:bodyPr wrap="square" rtlCol="0" anchor="t">
            <a:noAutofit/>
          </a:bodyPr>
          <a:p>
            <a:pPr marL="285750" lvl="0" indent="-285750" fontAlgn="auto">
              <a:lnSpc>
                <a:spcPct val="150000"/>
              </a:lnSpc>
              <a:buFont typeface="Arial" panose="020B0604020202020204" pitchFamily="34" charset="0"/>
              <a:buChar char="•"/>
            </a:pPr>
            <a:r>
              <a:rPr lang="en-US" altLang="zh-CN" sz="2400"/>
              <a:t>Multiple AI agents collaborate to finish </a:t>
            </a:r>
            <a:r>
              <a:rPr lang="en-US" altLang="zh-CN" sz="2400">
                <a:sym typeface="+mn-ea"/>
              </a:rPr>
              <a:t>remote rescue </a:t>
            </a:r>
            <a:r>
              <a:rPr lang="en-US" altLang="zh-CN" sz="2400"/>
              <a:t>tasks.  </a:t>
            </a:r>
            <a:r>
              <a:rPr lang="en-US" altLang="zh-CN" sz="2400" b="1"/>
              <a:t> </a:t>
            </a:r>
            <a:endParaRPr lang="en-US" altLang="zh-CN" sz="2400" b="1"/>
          </a:p>
          <a:p>
            <a:pPr lvl="3" indent="0">
              <a:buFont typeface="Arial" panose="020B0604020202020204" pitchFamily="34" charset="0"/>
              <a:buNone/>
            </a:pPr>
            <a:endParaRPr lang="en-US" altLang="zh-CN" sz="2000">
              <a:solidFill>
                <a:schemeClr val="tx1"/>
              </a:solidFill>
            </a:endParaRPr>
          </a:p>
        </p:txBody>
      </p:sp>
      <p:grpSp>
        <p:nvGrpSpPr>
          <p:cNvPr id="4" name="组合 3"/>
          <p:cNvGrpSpPr/>
          <p:nvPr/>
        </p:nvGrpSpPr>
        <p:grpSpPr>
          <a:xfrm rot="0">
            <a:off x="537210" y="2932430"/>
            <a:ext cx="1688465" cy="379095"/>
            <a:chOff x="11020" y="5174"/>
            <a:chExt cx="2659" cy="763"/>
          </a:xfrm>
        </p:grpSpPr>
        <p:sp>
          <p:nvSpPr>
            <p:cNvPr id="2" name="圆角矩形 1"/>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6" name="文本框 5"/>
            <p:cNvSpPr txBox="1"/>
            <p:nvPr/>
          </p:nvSpPr>
          <p:spPr>
            <a:xfrm>
              <a:off x="11020" y="5243"/>
              <a:ext cx="2659" cy="670"/>
            </a:xfrm>
            <a:prstGeom prst="rect">
              <a:avLst/>
            </a:prstGeom>
            <a:noFill/>
          </p:spPr>
          <p:txBody>
            <a:bodyPr wrap="square" rtlCol="0">
              <a:noAutofit/>
            </a:bodyPr>
            <a:p>
              <a:pPr algn="ctr"/>
              <a:r>
                <a:rPr lang="en-US" altLang="zh-CN" sz="1600" b="1">
                  <a:latin typeface="微软雅黑" panose="020B0503020204020204" charset="-122"/>
                  <a:ea typeface="微软雅黑" panose="020B0503020204020204" charset="-122"/>
                </a:rPr>
                <a:t>Robot Dog</a:t>
              </a:r>
              <a:endParaRPr lang="en-US" altLang="zh-CN" sz="1600" b="1">
                <a:latin typeface="微软雅黑" panose="020B0503020204020204" charset="-122"/>
                <a:ea typeface="微软雅黑" panose="020B0503020204020204" charset="-122"/>
              </a:endParaRPr>
            </a:p>
          </p:txBody>
        </p:sp>
      </p:grpSp>
      <p:pic>
        <p:nvPicPr>
          <p:cNvPr id="3" name="图片 2"/>
          <p:cNvPicPr>
            <a:picLocks noChangeAspect="1"/>
          </p:cNvPicPr>
          <p:nvPr/>
        </p:nvPicPr>
        <p:blipFill>
          <a:blip r:embed="rId1"/>
          <a:stretch>
            <a:fillRect/>
          </a:stretch>
        </p:blipFill>
        <p:spPr>
          <a:xfrm>
            <a:off x="830580" y="3492500"/>
            <a:ext cx="765810" cy="694055"/>
          </a:xfrm>
          <a:prstGeom prst="rect">
            <a:avLst/>
          </a:prstGeom>
        </p:spPr>
      </p:pic>
      <p:pic>
        <p:nvPicPr>
          <p:cNvPr id="7" name="图片 6"/>
          <p:cNvPicPr>
            <a:picLocks noChangeAspect="1"/>
          </p:cNvPicPr>
          <p:nvPr/>
        </p:nvPicPr>
        <p:blipFill>
          <a:blip r:embed="rId2"/>
          <a:stretch>
            <a:fillRect/>
          </a:stretch>
        </p:blipFill>
        <p:spPr>
          <a:xfrm>
            <a:off x="4077335" y="3383915"/>
            <a:ext cx="911225" cy="810260"/>
          </a:xfrm>
          <a:prstGeom prst="rect">
            <a:avLst/>
          </a:prstGeom>
        </p:spPr>
      </p:pic>
      <p:grpSp>
        <p:nvGrpSpPr>
          <p:cNvPr id="8" name="组合 7"/>
          <p:cNvGrpSpPr/>
          <p:nvPr/>
        </p:nvGrpSpPr>
        <p:grpSpPr>
          <a:xfrm rot="0">
            <a:off x="3688715" y="2898140"/>
            <a:ext cx="1688465" cy="379095"/>
            <a:chOff x="11020" y="5174"/>
            <a:chExt cx="2659" cy="763"/>
          </a:xfrm>
        </p:grpSpPr>
        <p:sp>
          <p:nvSpPr>
            <p:cNvPr id="9" name="圆角矩形 8"/>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10" name="文本框 9"/>
            <p:cNvSpPr txBox="1"/>
            <p:nvPr/>
          </p:nvSpPr>
          <p:spPr>
            <a:xfrm>
              <a:off x="11020" y="5243"/>
              <a:ext cx="2659" cy="670"/>
            </a:xfrm>
            <a:prstGeom prst="rect">
              <a:avLst/>
            </a:prstGeom>
            <a:noFill/>
          </p:spPr>
          <p:txBody>
            <a:bodyPr wrap="square" rtlCol="0">
              <a:noAutofit/>
            </a:bodyPr>
            <a:p>
              <a:pPr algn="ctr"/>
              <a:r>
                <a:rPr lang="en-US" altLang="zh-CN" sz="1600" b="1">
                  <a:latin typeface="微软雅黑" panose="020B0503020204020204" charset="-122"/>
                  <a:ea typeface="微软雅黑" panose="020B0503020204020204" charset="-122"/>
                </a:rPr>
                <a:t>Robot Arm</a:t>
              </a:r>
              <a:endParaRPr lang="en-US" altLang="zh-CN" sz="1600" b="1">
                <a:latin typeface="微软雅黑" panose="020B0503020204020204" charset="-122"/>
                <a:ea typeface="微软雅黑" panose="020B0503020204020204" charset="-122"/>
              </a:endParaRPr>
            </a:p>
          </p:txBody>
        </p:sp>
      </p:grpSp>
      <p:pic>
        <p:nvPicPr>
          <p:cNvPr id="11" name="图片 10"/>
          <p:cNvPicPr>
            <a:picLocks noChangeAspect="1"/>
          </p:cNvPicPr>
          <p:nvPr/>
        </p:nvPicPr>
        <p:blipFill>
          <a:blip r:embed="rId3"/>
          <a:stretch>
            <a:fillRect/>
          </a:stretch>
        </p:blipFill>
        <p:spPr>
          <a:xfrm>
            <a:off x="2523490" y="2282825"/>
            <a:ext cx="803910" cy="528320"/>
          </a:xfrm>
          <a:prstGeom prst="rect">
            <a:avLst/>
          </a:prstGeom>
        </p:spPr>
      </p:pic>
      <p:grpSp>
        <p:nvGrpSpPr>
          <p:cNvPr id="12" name="组合 11"/>
          <p:cNvGrpSpPr/>
          <p:nvPr/>
        </p:nvGrpSpPr>
        <p:grpSpPr>
          <a:xfrm rot="0">
            <a:off x="2021205" y="1828800"/>
            <a:ext cx="1688465" cy="379095"/>
            <a:chOff x="11020" y="5174"/>
            <a:chExt cx="2659" cy="763"/>
          </a:xfrm>
        </p:grpSpPr>
        <p:sp>
          <p:nvSpPr>
            <p:cNvPr id="13" name="圆角矩形 12"/>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14" name="文本框 13"/>
            <p:cNvSpPr txBox="1"/>
            <p:nvPr/>
          </p:nvSpPr>
          <p:spPr>
            <a:xfrm>
              <a:off x="11020" y="5243"/>
              <a:ext cx="2659" cy="670"/>
            </a:xfrm>
            <a:prstGeom prst="rect">
              <a:avLst/>
            </a:prstGeom>
            <a:noFill/>
          </p:spPr>
          <p:txBody>
            <a:bodyPr wrap="square" rtlCol="0">
              <a:noAutofit/>
            </a:bodyPr>
            <a:p>
              <a:pPr algn="ctr"/>
              <a:r>
                <a:rPr lang="en-US" altLang="zh-CN" sz="1600" b="1">
                  <a:latin typeface="微软雅黑" panose="020B0503020204020204" charset="-122"/>
                  <a:ea typeface="微软雅黑" panose="020B0503020204020204" charset="-122"/>
                </a:rPr>
                <a:t>UAV</a:t>
              </a:r>
              <a:endParaRPr lang="en-US" altLang="zh-CN" sz="1600" b="1">
                <a:latin typeface="微软雅黑" panose="020B0503020204020204" charset="-122"/>
                <a:ea typeface="微软雅黑" panose="020B0503020204020204" charset="-122"/>
              </a:endParaRPr>
            </a:p>
          </p:txBody>
        </p:sp>
      </p:grpSp>
      <p:pic>
        <p:nvPicPr>
          <p:cNvPr id="15" name="Picture 4" descr="C:\Users\cmcc\Desktop\网状地球 (1).png"/>
          <p:cNvPicPr>
            <a:picLocks noChangeAspect="1" noChangeArrowheads="1"/>
          </p:cNvPicPr>
          <p:nvPr/>
        </p:nvPicPr>
        <p:blipFill>
          <a:blip r:embed="rId4" cstate="print">
            <a:duotone>
              <a:prstClr val="black"/>
              <a:schemeClr val="tx2">
                <a:tint val="45000"/>
                <a:satMod val="400000"/>
              </a:schemeClr>
            </a:duotone>
          </a:blip>
          <a:srcRect/>
          <a:stretch>
            <a:fillRect/>
          </a:stretch>
        </p:blipFill>
        <p:spPr bwMode="auto">
          <a:xfrm>
            <a:off x="2160905" y="2857500"/>
            <a:ext cx="1528445" cy="1200150"/>
          </a:xfrm>
          <a:prstGeom prst="rect">
            <a:avLst/>
          </a:prstGeom>
          <a:noFill/>
          <a:ln>
            <a:noFill/>
          </a:ln>
        </p:spPr>
      </p:pic>
      <p:sp>
        <p:nvSpPr>
          <p:cNvPr id="16" name="文本框 15"/>
          <p:cNvSpPr txBox="1"/>
          <p:nvPr/>
        </p:nvSpPr>
        <p:spPr>
          <a:xfrm>
            <a:off x="1983105" y="3219450"/>
            <a:ext cx="1878965" cy="332740"/>
          </a:xfrm>
          <a:prstGeom prst="rect">
            <a:avLst/>
          </a:prstGeom>
          <a:noFill/>
        </p:spPr>
        <p:txBody>
          <a:bodyPr wrap="square" rtlCol="0">
            <a:noAutofit/>
          </a:bodyPr>
          <a:p>
            <a:pPr algn="ctr"/>
            <a:r>
              <a:rPr lang="en-US" altLang="zh-CN" sz="1600" b="1">
                <a:latin typeface="微软雅黑" panose="020B0503020204020204" charset="-122"/>
                <a:ea typeface="微软雅黑" panose="020B0503020204020204" charset="-122"/>
              </a:rPr>
              <a:t>ACN</a:t>
            </a:r>
            <a:endParaRPr lang="en-US" altLang="zh-CN" sz="1600" b="1">
              <a:latin typeface="微软雅黑" panose="020B0503020204020204" charset="-122"/>
              <a:ea typeface="微软雅黑" panose="020B0503020204020204" charset="-122"/>
            </a:endParaRPr>
          </a:p>
          <a:p>
            <a:pPr algn="ctr"/>
            <a:r>
              <a:rPr lang="en-US" altLang="zh-CN" sz="1600" b="1">
                <a:latin typeface="微软雅黑" panose="020B0503020204020204" charset="-122"/>
                <a:ea typeface="微软雅黑" panose="020B0503020204020204" charset="-122"/>
              </a:rPr>
              <a:t>Subnet</a:t>
            </a:r>
            <a:endParaRPr lang="en-US" altLang="zh-CN" sz="1600" b="1">
              <a:latin typeface="微软雅黑" panose="020B0503020204020204" charset="-122"/>
              <a:ea typeface="微软雅黑" panose="020B0503020204020204" charset="-122"/>
            </a:endParaRPr>
          </a:p>
        </p:txBody>
      </p:sp>
      <p:sp>
        <p:nvSpPr>
          <p:cNvPr id="21" name="云形 20"/>
          <p:cNvSpPr/>
          <p:nvPr/>
        </p:nvSpPr>
        <p:spPr>
          <a:xfrm>
            <a:off x="6839585" y="2183765"/>
            <a:ext cx="2240915" cy="1548765"/>
          </a:xfrm>
          <a:prstGeom prst="cloud">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nvSpPr>
        <p:spPr>
          <a:xfrm>
            <a:off x="2003425" y="4163695"/>
            <a:ext cx="1878965" cy="332740"/>
          </a:xfrm>
          <a:prstGeom prst="rect">
            <a:avLst/>
          </a:prstGeom>
          <a:noFill/>
        </p:spPr>
        <p:txBody>
          <a:bodyPr wrap="square" rtlCol="0">
            <a:noAutofit/>
          </a:bodyPr>
          <a:p>
            <a:pPr algn="ctr"/>
            <a:r>
              <a:rPr lang="en-US" altLang="zh-CN" sz="1600" b="1">
                <a:solidFill>
                  <a:srgbClr val="C00000"/>
                </a:solidFill>
                <a:latin typeface="微软雅黑" panose="020B0503020204020204" charset="-122"/>
                <a:ea typeface="微软雅黑" panose="020B0503020204020204" charset="-122"/>
              </a:rPr>
              <a:t>task-wise domain</a:t>
            </a:r>
            <a:endParaRPr lang="en-US" altLang="zh-CN" sz="1600" b="1">
              <a:solidFill>
                <a:srgbClr val="C00000"/>
              </a:solidFill>
              <a:latin typeface="微软雅黑" panose="020B0503020204020204" charset="-122"/>
              <a:ea typeface="微软雅黑" panose="020B0503020204020204" charset="-122"/>
            </a:endParaRPr>
          </a:p>
        </p:txBody>
      </p:sp>
      <p:pic>
        <p:nvPicPr>
          <p:cNvPr id="25" name="图片 24"/>
          <p:cNvPicPr>
            <a:picLocks noChangeAspect="1"/>
          </p:cNvPicPr>
          <p:nvPr/>
        </p:nvPicPr>
        <p:blipFill>
          <a:blip r:embed="rId5" cstate="print">
            <a:duotone>
              <a:prstClr val="black"/>
              <a:srgbClr val="5B9BD5">
                <a:tint val="45000"/>
                <a:satMod val="400000"/>
              </a:srgbClr>
            </a:duotone>
            <a:extLst>
              <a:ext uri="{28A0092B-C50C-407E-A947-70E740481C1C}">
                <a14:useLocalDpi xmlns:a14="http://schemas.microsoft.com/office/drawing/2010/main" val="0"/>
              </a:ext>
            </a:extLst>
          </a:blip>
          <a:stretch>
            <a:fillRect/>
          </a:stretch>
        </p:blipFill>
        <p:spPr>
          <a:xfrm>
            <a:off x="10428605" y="1983740"/>
            <a:ext cx="831215" cy="664845"/>
          </a:xfrm>
          <a:prstGeom prst="rect">
            <a:avLst/>
          </a:prstGeom>
        </p:spPr>
      </p:pic>
      <p:grpSp>
        <p:nvGrpSpPr>
          <p:cNvPr id="26" name="组合 25"/>
          <p:cNvGrpSpPr/>
          <p:nvPr/>
        </p:nvGrpSpPr>
        <p:grpSpPr>
          <a:xfrm rot="0">
            <a:off x="9712325" y="2707005"/>
            <a:ext cx="2073275" cy="379095"/>
            <a:chOff x="11020" y="5174"/>
            <a:chExt cx="2659" cy="763"/>
          </a:xfrm>
        </p:grpSpPr>
        <p:sp>
          <p:nvSpPr>
            <p:cNvPr id="27" name="圆角矩形 26"/>
            <p:cNvSpPr/>
            <p:nvPr/>
          </p:nvSpPr>
          <p:spPr>
            <a:xfrm>
              <a:off x="11138" y="5174"/>
              <a:ext cx="2405" cy="763"/>
            </a:xfrm>
            <a:prstGeom prst="roundRect">
              <a:avLst/>
            </a:prstGeom>
            <a:gradFill>
              <a:gsLst>
                <a:gs pos="0">
                  <a:schemeClr val="accent1">
                    <a:lumMod val="110000"/>
                    <a:satMod val="105000"/>
                    <a:tint val="67000"/>
                    <a:alpha val="76000"/>
                  </a:schemeClr>
                </a:gs>
                <a:gs pos="50000">
                  <a:schemeClr val="accent1">
                    <a:lumMod val="105000"/>
                    <a:satMod val="103000"/>
                    <a:tint val="73000"/>
                    <a:alpha val="61000"/>
                  </a:schemeClr>
                </a:gs>
                <a:gs pos="100000">
                  <a:schemeClr val="accent1">
                    <a:lumMod val="105000"/>
                    <a:satMod val="109000"/>
                    <a:tint val="81000"/>
                    <a:alpha val="58000"/>
                  </a:schemeClr>
                </a:gs>
              </a:gsLst>
            </a:gradFill>
          </p:spPr>
          <p:style>
            <a:lnRef idx="0">
              <a:srgbClr val="FFFFFF"/>
            </a:lnRef>
            <a:fillRef idx="2">
              <a:schemeClr val="accent1"/>
            </a:fillRef>
            <a:effectRef idx="1">
              <a:schemeClr val="accent1"/>
            </a:effectRef>
            <a:fontRef idx="minor">
              <a:schemeClr val="lt1"/>
            </a:fontRef>
          </p:style>
          <p:txBody>
            <a:bodyPr rtlCol="0" anchor="ctr"/>
            <a:p>
              <a:pPr algn="ctr"/>
              <a:endParaRPr lang="zh-CN" altLang="en-US" sz="1600" b="1">
                <a:latin typeface="微软雅黑" panose="020B0503020204020204" charset="-122"/>
                <a:ea typeface="微软雅黑" panose="020B0503020204020204" charset="-122"/>
              </a:endParaRPr>
            </a:p>
          </p:txBody>
        </p:sp>
        <p:sp>
          <p:nvSpPr>
            <p:cNvPr id="28" name="文本框 27"/>
            <p:cNvSpPr txBox="1"/>
            <p:nvPr/>
          </p:nvSpPr>
          <p:spPr>
            <a:xfrm>
              <a:off x="11020" y="5243"/>
              <a:ext cx="2659" cy="670"/>
            </a:xfrm>
            <a:prstGeom prst="rect">
              <a:avLst/>
            </a:prstGeom>
            <a:noFill/>
          </p:spPr>
          <p:txBody>
            <a:bodyPr wrap="square" rtlCol="0">
              <a:noAutofit/>
            </a:bodyPr>
            <a:p>
              <a:pPr algn="ctr"/>
              <a:r>
                <a:rPr lang="en-US" altLang="zh-CN" sz="1600" b="1">
                  <a:latin typeface="微软雅黑" panose="020B0503020204020204" charset="-122"/>
                  <a:ea typeface="微软雅黑" panose="020B0503020204020204" charset="-122"/>
                </a:rPr>
                <a:t>External Agent</a:t>
              </a:r>
              <a:endParaRPr lang="en-US" altLang="zh-CN" sz="1600" b="1">
                <a:latin typeface="微软雅黑" panose="020B0503020204020204" charset="-122"/>
                <a:ea typeface="微软雅黑" panose="020B0503020204020204" charset="-122"/>
              </a:endParaRPr>
            </a:p>
          </p:txBody>
        </p:sp>
      </p:grpSp>
      <p:sp>
        <p:nvSpPr>
          <p:cNvPr id="29" name="左右箭头 28"/>
          <p:cNvSpPr/>
          <p:nvPr/>
        </p:nvSpPr>
        <p:spPr>
          <a:xfrm>
            <a:off x="5346700" y="2801620"/>
            <a:ext cx="1058545" cy="278765"/>
          </a:xfrm>
          <a:prstGeom prst="lef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30" name="左右箭头 29"/>
          <p:cNvSpPr/>
          <p:nvPr/>
        </p:nvSpPr>
        <p:spPr>
          <a:xfrm>
            <a:off x="9080500" y="2807335"/>
            <a:ext cx="657860" cy="278765"/>
          </a:xfrm>
          <a:prstGeom prst="lef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31" name="文本框 30"/>
          <p:cNvSpPr txBox="1"/>
          <p:nvPr/>
        </p:nvSpPr>
        <p:spPr>
          <a:xfrm>
            <a:off x="7115810" y="2630170"/>
            <a:ext cx="1687830" cy="505460"/>
          </a:xfrm>
          <a:prstGeom prst="rect">
            <a:avLst/>
          </a:prstGeom>
          <a:noFill/>
        </p:spPr>
        <p:txBody>
          <a:bodyPr wrap="square" rtlCol="0">
            <a:noAutofit/>
          </a:bodyPr>
          <a:p>
            <a:pPr algn="ctr"/>
            <a:r>
              <a:rPr lang="en-US" altLang="zh-CN" sz="1600">
                <a:solidFill>
                  <a:schemeClr val="tx1"/>
                </a:solidFill>
                <a:latin typeface="微软雅黑" panose="020B0503020204020204" charset="-122"/>
                <a:ea typeface="微软雅黑" panose="020B0503020204020204" charset="-122"/>
              </a:rPr>
              <a:t>Mobile Core Network</a:t>
            </a:r>
            <a:endParaRPr lang="en-US" altLang="zh-CN" sz="1600">
              <a:solidFill>
                <a:schemeClr val="tx1"/>
              </a:solidFill>
              <a:latin typeface="微软雅黑" panose="020B0503020204020204" charset="-122"/>
              <a:ea typeface="微软雅黑" panose="020B0503020204020204" charset="-122"/>
            </a:endParaRPr>
          </a:p>
        </p:txBody>
      </p:sp>
      <p:sp>
        <p:nvSpPr>
          <p:cNvPr id="24" name="矩形 23"/>
          <p:cNvSpPr/>
          <p:nvPr/>
        </p:nvSpPr>
        <p:spPr>
          <a:xfrm>
            <a:off x="3175" y="4787265"/>
            <a:ext cx="12189460" cy="2090420"/>
          </a:xfrm>
          <a:prstGeom prst="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19685" y="4874895"/>
            <a:ext cx="12231370" cy="1891030"/>
          </a:xfrm>
          <a:prstGeom prst="rect">
            <a:avLst/>
          </a:prstGeom>
          <a:noFill/>
        </p:spPr>
        <p:txBody>
          <a:bodyPr wrap="square" rtlCol="0" anchor="t">
            <a:noAutofit/>
          </a:bodyPr>
          <a:p>
            <a:pPr lvl="0" indent="0" fontAlgn="auto">
              <a:lnSpc>
                <a:spcPct val="120000"/>
              </a:lnSpc>
              <a:buFont typeface="Arial" panose="020B0604020202020204" pitchFamily="34" charset="0"/>
              <a:buNone/>
            </a:pPr>
            <a:r>
              <a:rPr lang="en-US" altLang="zh-CN" sz="2400"/>
              <a:t>Requirements:</a:t>
            </a:r>
            <a:endParaRPr lang="en-US" altLang="zh-CN" sz="2400"/>
          </a:p>
          <a:p>
            <a:pPr marL="342900" lvl="0" indent="-342900" fontAlgn="auto">
              <a:lnSpc>
                <a:spcPct val="120000"/>
              </a:lnSpc>
              <a:buFont typeface="Arial" panose="020B0604020202020204" pitchFamily="34" charset="0"/>
              <a:buChar char="•"/>
            </a:pPr>
            <a:r>
              <a:rPr lang="en-US" altLang="zh-CN" sz="2400"/>
              <a:t>MUST support </a:t>
            </a:r>
            <a:r>
              <a:rPr lang="en-US" altLang="zh-CN" sz="2400" b="1"/>
              <a:t>real-time communication</a:t>
            </a:r>
            <a:r>
              <a:rPr lang="en-US" altLang="zh-CN" sz="2400"/>
              <a:t> between agents, as well as </a:t>
            </a:r>
            <a:r>
              <a:rPr lang="en-US" altLang="zh-CN" sz="2400" b="1"/>
              <a:t>reliablity</a:t>
            </a:r>
            <a:r>
              <a:rPr lang="en-US" altLang="zh-CN" sz="2400"/>
              <a:t>.</a:t>
            </a:r>
            <a:endParaRPr lang="en-US" altLang="zh-CN" sz="2400"/>
          </a:p>
          <a:p>
            <a:pPr marL="342900" lvl="0" indent="-342900" fontAlgn="auto">
              <a:lnSpc>
                <a:spcPct val="120000"/>
              </a:lnSpc>
              <a:buFont typeface="Arial" panose="020B0604020202020204" pitchFamily="34" charset="0"/>
              <a:buChar char="•"/>
            </a:pPr>
            <a:r>
              <a:rPr lang="en-US" altLang="zh-CN" sz="2400"/>
              <a:t>MUST support dynamic groups of agent communication for temporary tasks.</a:t>
            </a:r>
            <a:endParaRPr lang="en-US" altLang="zh-CN" sz="2400"/>
          </a:p>
          <a:p>
            <a:pPr marL="342900" lvl="0" indent="-342900" fontAlgn="auto">
              <a:lnSpc>
                <a:spcPct val="120000"/>
              </a:lnSpc>
              <a:buFont typeface="Arial" panose="020B0604020202020204" pitchFamily="34" charset="0"/>
              <a:buChar char="•"/>
            </a:pPr>
            <a:r>
              <a:rPr lang="en-US" altLang="zh-CN" sz="2400"/>
              <a:t>MUST support </a:t>
            </a:r>
            <a:r>
              <a:rPr lang="en-US" altLang="zh-CN" sz="2400" b="1"/>
              <a:t>life-cycle management of groups</a:t>
            </a:r>
            <a:r>
              <a:rPr lang="en-US" altLang="zh-CN" sz="2400"/>
              <a:t>, including construction and destroy. </a:t>
            </a:r>
            <a:endParaRPr lang="en-US" altLang="zh-CN" sz="2400"/>
          </a:p>
          <a:p>
            <a:pPr marL="285750" lvl="0" indent="-285750" fontAlgn="auto">
              <a:lnSpc>
                <a:spcPct val="150000"/>
              </a:lnSpc>
              <a:buFont typeface="Arial" panose="020B0604020202020204" pitchFamily="34" charset="0"/>
              <a:buChar char="•"/>
            </a:pPr>
            <a:endParaRPr lang="en-US" altLang="zh-CN" sz="200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18415" y="169545"/>
            <a:ext cx="1207008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400" b="1" dirty="0">
                <a:solidFill>
                  <a:schemeClr val="bg1"/>
                </a:solidFill>
                <a:latin typeface="Calibri Light" panose="020F0302020204030204" pitchFamily="34" charset="0"/>
                <a:ea typeface="宋体" panose="02010600030101010101" pitchFamily="2" charset="-122"/>
              </a:rPr>
              <a:t>Agent Protocols’ Applicability in Telecom Core Net</a:t>
            </a:r>
            <a:endParaRPr lang="en-US" altLang="zh-CN" sz="4400" b="1" dirty="0">
              <a:solidFill>
                <a:schemeClr val="bg1"/>
              </a:solidFill>
              <a:latin typeface="Calibri Light" panose="020F0302020204030204" pitchFamily="34" charset="0"/>
              <a:ea typeface="宋体" panose="02010600030101010101" pitchFamily="2" charset="-122"/>
            </a:endParaRPr>
          </a:p>
        </p:txBody>
      </p:sp>
      <p:sp>
        <p:nvSpPr>
          <p:cNvPr id="4" name="文本框 3"/>
          <p:cNvSpPr txBox="1"/>
          <p:nvPr/>
        </p:nvSpPr>
        <p:spPr>
          <a:xfrm>
            <a:off x="38735" y="1007110"/>
            <a:ext cx="12049760" cy="5745480"/>
          </a:xfrm>
          <a:prstGeom prst="rect">
            <a:avLst/>
          </a:prstGeom>
          <a:noFill/>
        </p:spPr>
        <p:txBody>
          <a:bodyPr wrap="square" rtlCol="0" anchor="t">
            <a:noAutofit/>
          </a:bodyPr>
          <a:p>
            <a:pPr marL="285750" lvl="0" indent="-285750" fontAlgn="auto">
              <a:lnSpc>
                <a:spcPct val="150000"/>
              </a:lnSpc>
              <a:buFont typeface="Arial" panose="020B0604020202020204" pitchFamily="34" charset="0"/>
              <a:buChar char="•"/>
            </a:pPr>
            <a:r>
              <a:rPr lang="en-US" altLang="zh-CN" sz="2400" b="1">
                <a:solidFill>
                  <a:schemeClr val="tx1"/>
                </a:solidFill>
              </a:rPr>
              <a:t>Identity registration, issue, and discovery:</a:t>
            </a:r>
            <a:endParaRPr lang="en-US" altLang="zh-CN" sz="2400" b="1">
              <a:solidFill>
                <a:schemeClr val="tx1"/>
              </a:solidFill>
            </a:endParaRPr>
          </a:p>
          <a:p>
            <a:pPr marL="742950" lvl="1" indent="-285750" fontAlgn="auto">
              <a:lnSpc>
                <a:spcPct val="150000"/>
              </a:lnSpc>
              <a:buFont typeface="Arial" panose="020B0604020202020204" pitchFamily="34" charset="0"/>
              <a:buChar char="•"/>
            </a:pPr>
            <a:r>
              <a:rPr lang="en-US" altLang="zh-CN" sz="2400">
                <a:sym typeface="+mn-ea"/>
              </a:rPr>
              <a:t>Agents, </a:t>
            </a:r>
            <a:r>
              <a:rPr lang="en-US" altLang="zh-CN" sz="2400">
                <a:sym typeface="+mn-ea"/>
              </a:rPr>
              <a:t>Tools, </a:t>
            </a:r>
            <a:r>
              <a:rPr lang="en-US" altLang="zh-CN" sz="2400">
                <a:sym typeface="+mn-ea"/>
              </a:rPr>
              <a:t>and other services/resources share similarities in terms of ID.</a:t>
            </a:r>
            <a:endParaRPr lang="en-US" altLang="zh-CN" sz="2400">
              <a:sym typeface="+mn-ea"/>
            </a:endParaRPr>
          </a:p>
          <a:p>
            <a:pPr marL="742950" lvl="1" indent="-285750" fontAlgn="auto">
              <a:lnSpc>
                <a:spcPct val="150000"/>
              </a:lnSpc>
              <a:buFont typeface="Arial" panose="020B0604020202020204" pitchFamily="34" charset="0"/>
              <a:buChar char="•"/>
            </a:pPr>
            <a:r>
              <a:rPr lang="en-US" altLang="zh-CN" sz="2400">
                <a:sym typeface="+mn-ea"/>
              </a:rPr>
              <a:t>Potential related NFs enhancements, </a:t>
            </a:r>
            <a:r>
              <a:rPr lang="en-US" altLang="zh-CN" sz="2400" b="1">
                <a:sym typeface="+mn-ea"/>
              </a:rPr>
              <a:t>UDM</a:t>
            </a:r>
            <a:r>
              <a:rPr lang="en-US" altLang="zh-CN" sz="2400" b="1">
                <a:sym typeface="+mn-ea"/>
              </a:rPr>
              <a:t>, UDR, SMF,</a:t>
            </a:r>
            <a:r>
              <a:rPr lang="en-US" altLang="zh-CN" sz="2400">
                <a:sym typeface="+mn-ea"/>
              </a:rPr>
              <a:t> etc.</a:t>
            </a:r>
            <a:endParaRPr lang="en-US" altLang="zh-CN" sz="2400" b="1">
              <a:solidFill>
                <a:schemeClr val="tx1"/>
              </a:solidFill>
            </a:endParaRPr>
          </a:p>
          <a:p>
            <a:pPr marL="285750" lvl="0" indent="-285750" fontAlgn="auto">
              <a:lnSpc>
                <a:spcPct val="150000"/>
              </a:lnSpc>
              <a:buFont typeface="Arial" panose="020B0604020202020204" pitchFamily="34" charset="0"/>
              <a:buChar char="•"/>
            </a:pPr>
            <a:r>
              <a:rPr lang="en-US" altLang="zh-CN" sz="2400" b="1">
                <a:solidFill>
                  <a:schemeClr val="tx1"/>
                </a:solidFill>
              </a:rPr>
              <a:t>Authentication and authorization</a:t>
            </a:r>
            <a:r>
              <a:rPr lang="zh-CN" altLang="en-US" sz="2400" b="1">
                <a:solidFill>
                  <a:schemeClr val="tx1"/>
                </a:solidFill>
              </a:rPr>
              <a:t>：</a:t>
            </a:r>
            <a:endParaRPr lang="zh-CN" altLang="en-US" sz="2400" b="1">
              <a:solidFill>
                <a:schemeClr val="tx1"/>
              </a:solidFill>
            </a:endParaRPr>
          </a:p>
          <a:p>
            <a:pPr marL="742950" lvl="1" indent="-285750" fontAlgn="auto">
              <a:lnSpc>
                <a:spcPct val="150000"/>
              </a:lnSpc>
              <a:buFont typeface="Arial" panose="020B0604020202020204" pitchFamily="34" charset="0"/>
              <a:buChar char="•"/>
            </a:pPr>
            <a:r>
              <a:rPr lang="en-US" altLang="zh-CN" sz="2400">
                <a:sym typeface="+mn-ea"/>
              </a:rPr>
              <a:t>Potential related NFs enhancements, </a:t>
            </a:r>
            <a:r>
              <a:rPr lang="en-US" altLang="zh-CN" sz="2400" b="1">
                <a:sym typeface="+mn-ea"/>
              </a:rPr>
              <a:t>AUSF</a:t>
            </a:r>
            <a:r>
              <a:rPr lang="en-US" altLang="zh-CN" sz="2400" b="1">
                <a:sym typeface="+mn-ea"/>
              </a:rPr>
              <a:t>, SMF,</a:t>
            </a:r>
            <a:r>
              <a:rPr lang="en-US" altLang="zh-CN" sz="2400">
                <a:sym typeface="+mn-ea"/>
              </a:rPr>
              <a:t> etc.</a:t>
            </a:r>
            <a:endParaRPr lang="zh-CN" altLang="en-US" sz="2400" b="1">
              <a:solidFill>
                <a:schemeClr val="tx1"/>
              </a:solidFill>
            </a:endParaRPr>
          </a:p>
          <a:p>
            <a:pPr marL="285750" lvl="0" indent="-285750" fontAlgn="auto">
              <a:lnSpc>
                <a:spcPct val="150000"/>
              </a:lnSpc>
              <a:buFont typeface="Arial" panose="020B0604020202020204" pitchFamily="34" charset="0"/>
              <a:buChar char="•"/>
            </a:pPr>
            <a:r>
              <a:rPr lang="en-US" altLang="zh-CN" sz="2400" b="1">
                <a:solidFill>
                  <a:schemeClr val="tx1"/>
                </a:solidFill>
              </a:rPr>
              <a:t>HITL(Human-in-the-Loop) confirmation:</a:t>
            </a:r>
            <a:endParaRPr lang="en-US" altLang="zh-CN" sz="2400" b="1">
              <a:solidFill>
                <a:schemeClr val="tx1"/>
              </a:solidFill>
            </a:endParaRPr>
          </a:p>
          <a:p>
            <a:pPr marL="742950" lvl="1" indent="-285750" fontAlgn="auto">
              <a:lnSpc>
                <a:spcPct val="150000"/>
              </a:lnSpc>
              <a:buFont typeface="Arial" panose="020B0604020202020204" pitchFamily="34" charset="0"/>
              <a:buChar char="•"/>
            </a:pPr>
            <a:r>
              <a:rPr lang="en-US" altLang="zh-CN" sz="2400">
                <a:solidFill>
                  <a:schemeClr val="tx1"/>
                </a:solidFill>
              </a:rPr>
              <a:t>Redirection to human confirmation invoked by core network functions</a:t>
            </a:r>
            <a:endParaRPr lang="en-US" altLang="zh-CN" sz="2400">
              <a:solidFill>
                <a:schemeClr val="tx1"/>
              </a:solidFill>
            </a:endParaRPr>
          </a:p>
          <a:p>
            <a:pPr marL="742950" lvl="1" indent="-285750" fontAlgn="auto">
              <a:lnSpc>
                <a:spcPct val="150000"/>
              </a:lnSpc>
              <a:buFont typeface="Arial" panose="020B0604020202020204" pitchFamily="34" charset="0"/>
              <a:buChar char="•"/>
            </a:pPr>
            <a:r>
              <a:rPr lang="en-US" altLang="zh-CN" sz="2400">
                <a:solidFill>
                  <a:schemeClr val="tx1"/>
                </a:solidFill>
              </a:rPr>
              <a:t>Potential related NFs </a:t>
            </a:r>
            <a:r>
              <a:rPr lang="en-US" altLang="zh-CN" sz="2400">
                <a:sym typeface="+mn-ea"/>
              </a:rPr>
              <a:t>enhancements</a:t>
            </a:r>
            <a:r>
              <a:rPr lang="en-US" altLang="zh-CN" sz="2400">
                <a:solidFill>
                  <a:schemeClr val="tx1"/>
                </a:solidFill>
              </a:rPr>
              <a:t>, </a:t>
            </a:r>
            <a:r>
              <a:rPr lang="en-US" altLang="zh-CN" sz="2400" b="1">
                <a:solidFill>
                  <a:schemeClr val="tx1"/>
                </a:solidFill>
              </a:rPr>
              <a:t>PCF, NEF,UPF,</a:t>
            </a:r>
            <a:r>
              <a:rPr lang="en-US" altLang="zh-CN" sz="2400">
                <a:solidFill>
                  <a:schemeClr val="tx1"/>
                </a:solidFill>
              </a:rPr>
              <a:t> etc.</a:t>
            </a:r>
            <a:endParaRPr lang="en-US" altLang="zh-CN" sz="2400">
              <a:solidFill>
                <a:schemeClr val="tx1"/>
              </a:solidFill>
            </a:endParaRPr>
          </a:p>
          <a:p>
            <a:pPr marL="285750" lvl="0" indent="-285750" fontAlgn="auto">
              <a:lnSpc>
                <a:spcPct val="150000"/>
              </a:lnSpc>
              <a:buFont typeface="Arial" panose="020B0604020202020204" pitchFamily="34" charset="0"/>
              <a:buChar char="•"/>
            </a:pPr>
            <a:r>
              <a:rPr lang="en-US" altLang="zh-CN" sz="2400" b="1">
                <a:solidFill>
                  <a:schemeClr val="tx1"/>
                </a:solidFill>
              </a:rPr>
              <a:t>Dynamic group and real-time communication: </a:t>
            </a:r>
            <a:endParaRPr lang="en-US" altLang="zh-CN" sz="2400" b="1">
              <a:solidFill>
                <a:schemeClr val="tx1"/>
              </a:solidFill>
            </a:endParaRPr>
          </a:p>
          <a:p>
            <a:pPr marL="742950" lvl="1" indent="-285750" fontAlgn="auto">
              <a:lnSpc>
                <a:spcPct val="150000"/>
              </a:lnSpc>
              <a:buFont typeface="Arial" panose="020B0604020202020204" pitchFamily="34" charset="0"/>
              <a:buChar char="•"/>
            </a:pPr>
            <a:r>
              <a:rPr lang="en-US" altLang="zh-CN" sz="2400">
                <a:sym typeface="+mn-ea"/>
              </a:rPr>
              <a:t>Potential related NFs enhancements, </a:t>
            </a:r>
            <a:r>
              <a:rPr lang="en-US" altLang="zh-CN" sz="2400" b="1">
                <a:sym typeface="+mn-ea"/>
              </a:rPr>
              <a:t>AMF, SMF,</a:t>
            </a:r>
            <a:r>
              <a:rPr lang="en-US" altLang="zh-CN" sz="2400">
                <a:sym typeface="+mn-ea"/>
              </a:rPr>
              <a:t> etc.</a:t>
            </a:r>
            <a:endParaRPr lang="en-US" altLang="zh-CN" sz="2400" b="1">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685" y="-4445"/>
            <a:ext cx="12211050" cy="988695"/>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28679" name="Title 1"/>
          <p:cNvSpPr txBox="1"/>
          <p:nvPr/>
        </p:nvSpPr>
        <p:spPr>
          <a:xfrm>
            <a:off x="140335" y="169545"/>
            <a:ext cx="11113770" cy="695325"/>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buFontTx/>
              <a:buNone/>
            </a:pPr>
            <a:r>
              <a:rPr lang="en-US" altLang="zh-CN" sz="4800" b="1" dirty="0">
                <a:solidFill>
                  <a:schemeClr val="bg1"/>
                </a:solidFill>
                <a:latin typeface="Calibri Light" panose="020F0302020204030204" pitchFamily="34" charset="0"/>
                <a:ea typeface="宋体" panose="02010600030101010101" pitchFamily="2" charset="-122"/>
              </a:rPr>
              <a:t>Summary</a:t>
            </a:r>
            <a:endParaRPr lang="en-US" altLang="zh-CN" sz="4800" b="1" dirty="0">
              <a:solidFill>
                <a:schemeClr val="bg1"/>
              </a:solidFill>
              <a:latin typeface="Calibri Light" panose="020F0302020204030204" pitchFamily="34" charset="0"/>
              <a:ea typeface="宋体" panose="02010600030101010101" pitchFamily="2" charset="-122"/>
            </a:endParaRPr>
          </a:p>
        </p:txBody>
      </p:sp>
      <p:sp>
        <p:nvSpPr>
          <p:cNvPr id="4" name="文本框 3"/>
          <p:cNvSpPr txBox="1"/>
          <p:nvPr/>
        </p:nvSpPr>
        <p:spPr>
          <a:xfrm>
            <a:off x="69215" y="915670"/>
            <a:ext cx="11938635" cy="5800725"/>
          </a:xfrm>
          <a:prstGeom prst="rect">
            <a:avLst/>
          </a:prstGeom>
          <a:noFill/>
        </p:spPr>
        <p:txBody>
          <a:bodyPr wrap="square" rtlCol="0" anchor="t">
            <a:noAutofit/>
          </a:bodyPr>
          <a:p>
            <a:pPr marL="457200" lvl="0" indent="-457200" fontAlgn="auto">
              <a:lnSpc>
                <a:spcPct val="150000"/>
              </a:lnSpc>
              <a:buFont typeface="Arial" panose="020B0604020202020204" pitchFamily="34" charset="0"/>
              <a:buChar char="•"/>
            </a:pPr>
            <a:r>
              <a:rPr lang="en-US" altLang="zh-CN" sz="2800">
                <a:solidFill>
                  <a:schemeClr val="tx1"/>
                </a:solidFill>
              </a:rPr>
              <a:t>There are some important use cases in telecom network, beyond enterprise networks and the Internet. They are not limited to use just A2A, but also open to MCP, ANP, etc. </a:t>
            </a:r>
            <a:endParaRPr lang="en-US" altLang="zh-CN" sz="2800">
              <a:solidFill>
                <a:schemeClr val="tx1"/>
              </a:solidFill>
            </a:endParaRPr>
          </a:p>
          <a:p>
            <a:pPr marL="457200" lvl="0" indent="-457200" fontAlgn="auto">
              <a:lnSpc>
                <a:spcPct val="150000"/>
              </a:lnSpc>
              <a:buFont typeface="Arial" panose="020B0604020202020204" pitchFamily="34" charset="0"/>
              <a:buChar char="•"/>
            </a:pPr>
            <a:r>
              <a:rPr lang="en-US" altLang="zh-CN" sz="2800">
                <a:solidFill>
                  <a:schemeClr val="tx1"/>
                </a:solidFill>
              </a:rPr>
              <a:t>Fine-grained requirements and new requirements are proposed for protocol design, beyond the 4 main work item listed in AIproto strawman charter.</a:t>
            </a:r>
            <a:endParaRPr lang="en-US" altLang="zh-CN" sz="2800">
              <a:solidFill>
                <a:schemeClr val="tx1"/>
              </a:solidFill>
            </a:endParaRPr>
          </a:p>
          <a:p>
            <a:pPr marL="457200" lvl="0" indent="-457200" fontAlgn="auto">
              <a:lnSpc>
                <a:spcPct val="150000"/>
              </a:lnSpc>
              <a:buFont typeface="Arial" panose="020B0604020202020204" pitchFamily="34" charset="0"/>
              <a:buChar char="•"/>
            </a:pPr>
            <a:r>
              <a:rPr lang="en-US" altLang="zh-CN" sz="2800">
                <a:solidFill>
                  <a:schemeClr val="tx1"/>
                </a:solidFill>
              </a:rPr>
              <a:t>Do you agree with these use cases and requirements? </a:t>
            </a:r>
            <a:endParaRPr lang="en-US" altLang="zh-CN" sz="2800">
              <a:solidFill>
                <a:schemeClr val="tx1"/>
              </a:solidFill>
            </a:endParaRPr>
          </a:p>
          <a:p>
            <a:pPr marL="457200" lvl="0" indent="-457200" fontAlgn="auto">
              <a:lnSpc>
                <a:spcPct val="150000"/>
              </a:lnSpc>
              <a:buFont typeface="Arial" panose="020B0604020202020204" pitchFamily="34" charset="0"/>
              <a:buChar char="•"/>
            </a:pPr>
            <a:r>
              <a:rPr lang="en-US" altLang="zh-CN" sz="2800">
                <a:solidFill>
                  <a:schemeClr val="tx1"/>
                </a:solidFill>
              </a:rPr>
              <a:t>Any interests to join? </a:t>
            </a:r>
            <a:endParaRPr lang="en-US" altLang="zh-CN" sz="2800">
              <a:solidFill>
                <a:schemeClr val="tx1"/>
              </a:solidFill>
            </a:endParaRPr>
          </a:p>
          <a:p>
            <a:pPr marL="457200" lvl="0" indent="-457200" fontAlgn="auto">
              <a:lnSpc>
                <a:spcPct val="150000"/>
              </a:lnSpc>
              <a:buFont typeface="Arial" panose="020B0604020202020204" pitchFamily="34" charset="0"/>
              <a:buChar char="•"/>
            </a:pPr>
            <a:endParaRPr lang="en-US" altLang="zh-CN" sz="2000">
              <a:solidFill>
                <a:schemeClr val="tx1"/>
              </a:solidFill>
            </a:endParaRPr>
          </a:p>
          <a:p>
            <a:pPr marL="285750" lvl="0" indent="-285750" fontAlgn="auto">
              <a:lnSpc>
                <a:spcPct val="150000"/>
              </a:lnSpc>
              <a:buFont typeface="Arial" panose="020B0604020202020204" pitchFamily="34" charset="0"/>
              <a:buChar char="•"/>
            </a:pPr>
            <a:endParaRPr lang="en-US" altLang="zh-CN" sz="200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176395" y="2513330"/>
            <a:ext cx="4064000" cy="1014730"/>
          </a:xfrm>
          <a:prstGeom prst="rect">
            <a:avLst/>
          </a:prstGeom>
          <a:noFill/>
        </p:spPr>
        <p:txBody>
          <a:bodyPr wrap="square" rtlCol="0">
            <a:spAutoFit/>
          </a:bodyPr>
          <a:p>
            <a:pPr algn="ctr"/>
            <a:r>
              <a:rPr lang="en-US" altLang="zh-CN" sz="6000"/>
              <a:t>THANKS!</a:t>
            </a:r>
            <a:endParaRPr lang="en-US" altLang="zh-CN" sz="6000"/>
          </a:p>
        </p:txBody>
      </p:sp>
      <p:sp>
        <p:nvSpPr>
          <p:cNvPr id="7" name="文本框 6"/>
          <p:cNvSpPr txBox="1"/>
          <p:nvPr/>
        </p:nvSpPr>
        <p:spPr>
          <a:xfrm>
            <a:off x="3703320" y="6099493"/>
            <a:ext cx="5080000" cy="368300"/>
          </a:xfrm>
          <a:prstGeom prst="rect">
            <a:avLst/>
          </a:prstGeom>
        </p:spPr>
        <p:txBody>
          <a:bodyPr>
            <a:spAutoFit/>
          </a:bodyPr>
          <a:p>
            <a:pPr marL="0" indent="0" algn="ctr">
              <a:spcBef>
                <a:spcPct val="0"/>
              </a:spcBef>
              <a:spcAft>
                <a:spcPct val="59000"/>
              </a:spcAft>
            </a:pPr>
            <a:r>
              <a:rPr lang="en-US" altLang="zh-CN" b="0" i="0">
                <a:solidFill>
                  <a:srgbClr val="212529"/>
                </a:solidFill>
                <a:latin typeface="Calibri" panose="020F0502020204030204" charset="0"/>
                <a:ea typeface="Inter"/>
                <a:cs typeface="Calibri" panose="020F0502020204030204" charset="0"/>
              </a:rPr>
              <a:t>IETF 124</a:t>
            </a:r>
            <a:endParaRPr lang="en-US" altLang="zh-CN" b="0" i="0">
              <a:solidFill>
                <a:srgbClr val="212529"/>
              </a:solidFill>
              <a:latin typeface="Calibri" panose="020F0502020204030204" charset="0"/>
              <a:ea typeface="Inter"/>
              <a:cs typeface="Calibri" panose="020F0502020204030204" charset="0"/>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3709</Words>
  <Application>WPS 演示</Application>
  <PresentationFormat>宽屏</PresentationFormat>
  <Paragraphs>173</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9</vt:i4>
      </vt:variant>
    </vt:vector>
  </HeadingPairs>
  <TitlesOfParts>
    <vt:vector size="22" baseType="lpstr">
      <vt:lpstr>Arial</vt:lpstr>
      <vt:lpstr>宋体</vt:lpstr>
      <vt:lpstr>Wingdings</vt:lpstr>
      <vt:lpstr>Calibri</vt:lpstr>
      <vt:lpstr>Inter</vt:lpstr>
      <vt:lpstr>Segoe Print</vt:lpstr>
      <vt:lpstr>Calibri Light</vt:lpstr>
      <vt:lpstr>微软雅黑</vt:lpstr>
      <vt:lpstr>Arial Black</vt:lpstr>
      <vt:lpstr>Arial Unicode MS</vt:lpstr>
      <vt:lpstr>黑体</vt:lpstr>
      <vt:lpstr>WPS​​</vt:lpstr>
      <vt:lpstr>WPS</vt:lpstr>
      <vt:lpstr>Telecom AI Agent AuthN and AuthZ Use cases and Requirements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研究院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yaokehan@hq.cmcc</dc:creator>
  <cp:lastModifiedBy>yaokehan@hq.cmcc</cp:lastModifiedBy>
  <cp:revision>20</cp:revision>
  <dcterms:created xsi:type="dcterms:W3CDTF">2023-07-11T07:43:00Z</dcterms:created>
  <dcterms:modified xsi:type="dcterms:W3CDTF">2025-11-05T09:23:30Z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2052-12.8.2.21177</vt:lpwstr>
  </property>
  <property fmtid="{D5CDD505-2E9C-101B-9397-08002B2CF9AE}" pid="3" name="ICV">
    <vt:lpwstr>78B7FCEFE1414C76B8EA0329DB690821_13</vt:lpwstr>
  </property>
</Properties>
</file>